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71" r:id="rId3"/>
    <p:sldId id="259" r:id="rId4"/>
    <p:sldId id="262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718FB-2475-477C-AD48-6DD3B1F0EF10}" v="59" dt="2025-12-27T18:34:06.9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25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Prefa" userId="e903a5f0c06166a6" providerId="LiveId" clId="{9F075409-64C4-4242-ADB4-3E9C0444E214}"/>
    <pc:docChg chg="undo custSel addSld delSld modSld">
      <pc:chgData name="Victor Prefa" userId="e903a5f0c06166a6" providerId="LiveId" clId="{9F075409-64C4-4242-ADB4-3E9C0444E214}" dt="2025-12-27T18:48:09.607" v="721" actId="2696"/>
      <pc:docMkLst>
        <pc:docMk/>
      </pc:docMkLst>
      <pc:sldChg chg="del">
        <pc:chgData name="Victor Prefa" userId="e903a5f0c06166a6" providerId="LiveId" clId="{9F075409-64C4-4242-ADB4-3E9C0444E214}" dt="2025-12-27T18:48:09.607" v="721" actId="2696"/>
        <pc:sldMkLst>
          <pc:docMk/>
          <pc:sldMk cId="751717583" sldId="258"/>
        </pc:sldMkLst>
      </pc:sldChg>
      <pc:sldChg chg="modSp mod">
        <pc:chgData name="Victor Prefa" userId="e903a5f0c06166a6" providerId="LiveId" clId="{9F075409-64C4-4242-ADB4-3E9C0444E214}" dt="2025-12-27T17:04:17.957" v="626" actId="14734"/>
        <pc:sldMkLst>
          <pc:docMk/>
          <pc:sldMk cId="526401326" sldId="259"/>
        </pc:sldMkLst>
        <pc:graphicFrameChg chg="mod modGraphic">
          <ac:chgData name="Victor Prefa" userId="e903a5f0c06166a6" providerId="LiveId" clId="{9F075409-64C4-4242-ADB4-3E9C0444E214}" dt="2025-12-27T17:04:17.957" v="626" actId="14734"/>
          <ac:graphicFrameMkLst>
            <pc:docMk/>
            <pc:sldMk cId="526401326" sldId="259"/>
            <ac:graphicFrameMk id="4" creationId="{7B0EC120-5C86-E816-3964-BCA415F6F94F}"/>
          </ac:graphicFrameMkLst>
        </pc:graphicFrameChg>
      </pc:sldChg>
      <pc:sldChg chg="addSp delSp modSp new mod setBg">
        <pc:chgData name="Victor Prefa" userId="e903a5f0c06166a6" providerId="LiveId" clId="{9F075409-64C4-4242-ADB4-3E9C0444E214}" dt="2025-12-27T15:01:00.187" v="80" actId="14100"/>
        <pc:sldMkLst>
          <pc:docMk/>
          <pc:sldMk cId="582652874" sldId="263"/>
        </pc:sldMkLst>
        <pc:spChg chg="mod">
          <ac:chgData name="Victor Prefa" userId="e903a5f0c06166a6" providerId="LiveId" clId="{9F075409-64C4-4242-ADB4-3E9C0444E214}" dt="2025-12-27T15:01:00.187" v="80" actId="14100"/>
          <ac:spMkLst>
            <pc:docMk/>
            <pc:sldMk cId="582652874" sldId="263"/>
            <ac:spMk id="2" creationId="{D0845E9C-8EC5-2180-63C4-BE5F375020FB}"/>
          </ac:spMkLst>
        </pc:spChg>
        <pc:spChg chg="del mod">
          <ac:chgData name="Victor Prefa" userId="e903a5f0c06166a6" providerId="LiveId" clId="{9F075409-64C4-4242-ADB4-3E9C0444E214}" dt="2025-12-27T15:00:51.781" v="79" actId="26606"/>
          <ac:spMkLst>
            <pc:docMk/>
            <pc:sldMk cId="582652874" sldId="263"/>
            <ac:spMk id="3" creationId="{9209A8AA-B1FB-14BF-5832-90D9698CD74F}"/>
          </ac:spMkLst>
        </pc:spChg>
        <pc:spChg chg="add">
          <ac:chgData name="Victor Prefa" userId="e903a5f0c06166a6" providerId="LiveId" clId="{9F075409-64C4-4242-ADB4-3E9C0444E214}" dt="2025-12-27T15:00:51.781" v="79" actId="26606"/>
          <ac:spMkLst>
            <pc:docMk/>
            <pc:sldMk cId="582652874" sldId="263"/>
            <ac:spMk id="9" creationId="{BACC6370-2D7E-4714-9D71-7542949D7D5D}"/>
          </ac:spMkLst>
        </pc:spChg>
        <pc:spChg chg="add">
          <ac:chgData name="Victor Prefa" userId="e903a5f0c06166a6" providerId="LiveId" clId="{9F075409-64C4-4242-ADB4-3E9C0444E214}" dt="2025-12-27T15:00:51.781" v="79" actId="26606"/>
          <ac:spMkLst>
            <pc:docMk/>
            <pc:sldMk cId="582652874" sldId="263"/>
            <ac:spMk id="11" creationId="{256B2C21-A230-48C0-8DF1-C46611373C44}"/>
          </ac:spMkLst>
        </pc:spChg>
        <pc:spChg chg="add">
          <ac:chgData name="Victor Prefa" userId="e903a5f0c06166a6" providerId="LiveId" clId="{9F075409-64C4-4242-ADB4-3E9C0444E214}" dt="2025-12-27T15:00:51.781" v="79" actId="26606"/>
          <ac:spMkLst>
            <pc:docMk/>
            <pc:sldMk cId="582652874" sldId="263"/>
            <ac:spMk id="13" creationId="{3847E18C-932D-4C95-AABA-FEC7C9499AD7}"/>
          </ac:spMkLst>
        </pc:spChg>
        <pc:spChg chg="add">
          <ac:chgData name="Victor Prefa" userId="e903a5f0c06166a6" providerId="LiveId" clId="{9F075409-64C4-4242-ADB4-3E9C0444E214}" dt="2025-12-27T15:00:51.781" v="79" actId="26606"/>
          <ac:spMkLst>
            <pc:docMk/>
            <pc:sldMk cId="582652874" sldId="263"/>
            <ac:spMk id="15" creationId="{3150CB11-0C61-439E-910F-5787759E72A0}"/>
          </ac:spMkLst>
        </pc:spChg>
        <pc:spChg chg="add">
          <ac:chgData name="Victor Prefa" userId="e903a5f0c06166a6" providerId="LiveId" clId="{9F075409-64C4-4242-ADB4-3E9C0444E214}" dt="2025-12-27T15:00:51.781" v="79" actId="26606"/>
          <ac:spMkLst>
            <pc:docMk/>
            <pc:sldMk cId="582652874" sldId="263"/>
            <ac:spMk id="17" creationId="{43F8A58B-5155-44CE-A5FF-7647B47D0A7A}"/>
          </ac:spMkLst>
        </pc:spChg>
        <pc:spChg chg="add">
          <ac:chgData name="Victor Prefa" userId="e903a5f0c06166a6" providerId="LiveId" clId="{9F075409-64C4-4242-ADB4-3E9C0444E214}" dt="2025-12-27T15:00:51.781" v="79" actId="26606"/>
          <ac:spMkLst>
            <pc:docMk/>
            <pc:sldMk cId="582652874" sldId="263"/>
            <ac:spMk id="19" creationId="{443F2ACA-E6D6-4028-82DD-F03C262D5DE6}"/>
          </ac:spMkLst>
        </pc:spChg>
        <pc:graphicFrameChg chg="add">
          <ac:chgData name="Victor Prefa" userId="e903a5f0c06166a6" providerId="LiveId" clId="{9F075409-64C4-4242-ADB4-3E9C0444E214}" dt="2025-12-27T15:00:51.781" v="79" actId="26606"/>
          <ac:graphicFrameMkLst>
            <pc:docMk/>
            <pc:sldMk cId="582652874" sldId="263"/>
            <ac:graphicFrameMk id="5" creationId="{E1E0F221-13FD-8439-8064-8C416F44F740}"/>
          </ac:graphicFrameMkLst>
        </pc:graphicFrameChg>
      </pc:sldChg>
      <pc:sldChg chg="addSp delSp modSp new mod setBg">
        <pc:chgData name="Victor Prefa" userId="e903a5f0c06166a6" providerId="LiveId" clId="{9F075409-64C4-4242-ADB4-3E9C0444E214}" dt="2025-12-27T15:52:30.716" v="169" actId="14100"/>
        <pc:sldMkLst>
          <pc:docMk/>
          <pc:sldMk cId="724910487" sldId="264"/>
        </pc:sldMkLst>
        <pc:spChg chg="mod">
          <ac:chgData name="Victor Prefa" userId="e903a5f0c06166a6" providerId="LiveId" clId="{9F075409-64C4-4242-ADB4-3E9C0444E214}" dt="2025-12-27T15:52:24.326" v="168" actId="14100"/>
          <ac:spMkLst>
            <pc:docMk/>
            <pc:sldMk cId="724910487" sldId="264"/>
            <ac:spMk id="2" creationId="{E85B386A-82D1-3D23-DFFC-D0D26830D835}"/>
          </ac:spMkLst>
        </pc:spChg>
        <pc:spChg chg="del mod">
          <ac:chgData name="Victor Prefa" userId="e903a5f0c06166a6" providerId="LiveId" clId="{9F075409-64C4-4242-ADB4-3E9C0444E214}" dt="2025-12-27T15:43:47.657" v="146" actId="26606"/>
          <ac:spMkLst>
            <pc:docMk/>
            <pc:sldMk cId="724910487" sldId="264"/>
            <ac:spMk id="3" creationId="{8617D6D6-F076-E373-E90A-9967703EC560}"/>
          </ac:spMkLst>
        </pc:spChg>
        <pc:spChg chg="add del">
          <ac:chgData name="Victor Prefa" userId="e903a5f0c06166a6" providerId="LiveId" clId="{9F075409-64C4-4242-ADB4-3E9C0444E214}" dt="2025-12-27T15:49:09.551" v="154" actId="26606"/>
          <ac:spMkLst>
            <pc:docMk/>
            <pc:sldMk cId="724910487" sldId="264"/>
            <ac:spMk id="10" creationId="{BACC6370-2D7E-4714-9D71-7542949D7D5D}"/>
          </ac:spMkLst>
        </pc:spChg>
        <pc:spChg chg="add del">
          <ac:chgData name="Victor Prefa" userId="e903a5f0c06166a6" providerId="LiveId" clId="{9F075409-64C4-4242-ADB4-3E9C0444E214}" dt="2025-12-27T15:49:09.551" v="154" actId="26606"/>
          <ac:spMkLst>
            <pc:docMk/>
            <pc:sldMk cId="724910487" sldId="264"/>
            <ac:spMk id="12" creationId="{F68B3F68-107C-434F-AA38-110D5EA91B85}"/>
          </ac:spMkLst>
        </pc:spChg>
        <pc:spChg chg="add del">
          <ac:chgData name="Victor Prefa" userId="e903a5f0c06166a6" providerId="LiveId" clId="{9F075409-64C4-4242-ADB4-3E9C0444E214}" dt="2025-12-27T15:49:09.551" v="154" actId="26606"/>
          <ac:spMkLst>
            <pc:docMk/>
            <pc:sldMk cId="724910487" sldId="264"/>
            <ac:spMk id="14" creationId="{AAD0DBB9-1A4B-4391-81D4-CB19F9AB918A}"/>
          </ac:spMkLst>
        </pc:spChg>
        <pc:spChg chg="add del">
          <ac:chgData name="Victor Prefa" userId="e903a5f0c06166a6" providerId="LiveId" clId="{9F075409-64C4-4242-ADB4-3E9C0444E214}" dt="2025-12-27T15:49:09.551" v="154" actId="26606"/>
          <ac:spMkLst>
            <pc:docMk/>
            <pc:sldMk cId="724910487" sldId="264"/>
            <ac:spMk id="16" creationId="{063BBA22-50EA-4C4D-BE05-F1CE4E63AA56}"/>
          </ac:spMkLst>
        </pc:spChg>
        <pc:spChg chg="add">
          <ac:chgData name="Victor Prefa" userId="e903a5f0c06166a6" providerId="LiveId" clId="{9F075409-64C4-4242-ADB4-3E9C0444E214}" dt="2025-12-27T15:49:09.551" v="154" actId="26606"/>
          <ac:spMkLst>
            <pc:docMk/>
            <pc:sldMk cId="724910487" sldId="264"/>
            <ac:spMk id="21" creationId="{1A9F7B4E-B03D-4F64-BE33-00D074458D45}"/>
          </ac:spMkLst>
        </pc:spChg>
        <pc:spChg chg="add">
          <ac:chgData name="Victor Prefa" userId="e903a5f0c06166a6" providerId="LiveId" clId="{9F075409-64C4-4242-ADB4-3E9C0444E214}" dt="2025-12-27T15:49:09.551" v="154" actId="26606"/>
          <ac:spMkLst>
            <pc:docMk/>
            <pc:sldMk cId="724910487" sldId="264"/>
            <ac:spMk id="23" creationId="{7E2BE7F7-CA89-4002-ACCE-A478AEA24F5E}"/>
          </ac:spMkLst>
        </pc:spChg>
        <pc:graphicFrameChg chg="add mod modGraphic">
          <ac:chgData name="Victor Prefa" userId="e903a5f0c06166a6" providerId="LiveId" clId="{9F075409-64C4-4242-ADB4-3E9C0444E214}" dt="2025-12-27T15:52:30.716" v="169" actId="14100"/>
          <ac:graphicFrameMkLst>
            <pc:docMk/>
            <pc:sldMk cId="724910487" sldId="264"/>
            <ac:graphicFrameMk id="5" creationId="{4EB18536-80D9-6D80-CBCD-53D726487CE3}"/>
          </ac:graphicFrameMkLst>
        </pc:graphicFrameChg>
      </pc:sldChg>
      <pc:sldChg chg="addSp delSp modSp new mod setBg setClrOvrMap">
        <pc:chgData name="Victor Prefa" userId="e903a5f0c06166a6" providerId="LiveId" clId="{9F075409-64C4-4242-ADB4-3E9C0444E214}" dt="2025-12-27T16:03:54.999" v="212" actId="20577"/>
        <pc:sldMkLst>
          <pc:docMk/>
          <pc:sldMk cId="236074620" sldId="265"/>
        </pc:sldMkLst>
        <pc:spChg chg="mod">
          <ac:chgData name="Victor Prefa" userId="e903a5f0c06166a6" providerId="LiveId" clId="{9F075409-64C4-4242-ADB4-3E9C0444E214}" dt="2025-12-27T16:03:44.315" v="208" actId="26606"/>
          <ac:spMkLst>
            <pc:docMk/>
            <pc:sldMk cId="236074620" sldId="265"/>
            <ac:spMk id="2" creationId="{AB00C9A9-7BE9-3D4A-39B9-0D2D53CC9A4E}"/>
          </ac:spMkLst>
        </pc:spChg>
        <pc:spChg chg="del mod">
          <ac:chgData name="Victor Prefa" userId="e903a5f0c06166a6" providerId="LiveId" clId="{9F075409-64C4-4242-ADB4-3E9C0444E214}" dt="2025-12-27T16:02:18.237" v="206" actId="26606"/>
          <ac:spMkLst>
            <pc:docMk/>
            <pc:sldMk cId="236074620" sldId="265"/>
            <ac:spMk id="3" creationId="{5FD5A258-EA13-1F26-FBA5-929CAC4D1F17}"/>
          </ac:spMkLst>
        </pc:spChg>
        <pc:spChg chg="add del">
          <ac:chgData name="Victor Prefa" userId="e903a5f0c06166a6" providerId="LiveId" clId="{9F075409-64C4-4242-ADB4-3E9C0444E214}" dt="2025-12-27T16:03:44.315" v="208" actId="26606"/>
          <ac:spMkLst>
            <pc:docMk/>
            <pc:sldMk cId="236074620" sldId="265"/>
            <ac:spMk id="9" creationId="{A3EFF7B1-6CB7-47D1-AD37-B870CA2B2151}"/>
          </ac:spMkLst>
        </pc:spChg>
        <pc:spChg chg="add del">
          <ac:chgData name="Victor Prefa" userId="e903a5f0c06166a6" providerId="LiveId" clId="{9F075409-64C4-4242-ADB4-3E9C0444E214}" dt="2025-12-27T16:03:44.315" v="208" actId="26606"/>
          <ac:spMkLst>
            <pc:docMk/>
            <pc:sldMk cId="236074620" sldId="265"/>
            <ac:spMk id="11" creationId="{7FA2962B-21B6-4689-A95D-A8FF6ADE47F1}"/>
          </ac:spMkLst>
        </pc:spChg>
        <pc:spChg chg="add del">
          <ac:chgData name="Victor Prefa" userId="e903a5f0c06166a6" providerId="LiveId" clId="{9F075409-64C4-4242-ADB4-3E9C0444E214}" dt="2025-12-27T16:03:44.315" v="208" actId="26606"/>
          <ac:spMkLst>
            <pc:docMk/>
            <pc:sldMk cId="236074620" sldId="265"/>
            <ac:spMk id="27" creationId="{A00D2CE1-35C1-46E6-BD59-CEE668BD90F4}"/>
          </ac:spMkLst>
        </pc:spChg>
        <pc:spChg chg="add del">
          <ac:chgData name="Victor Prefa" userId="e903a5f0c06166a6" providerId="LiveId" clId="{9F075409-64C4-4242-ADB4-3E9C0444E214}" dt="2025-12-27T16:03:44.315" v="208" actId="26606"/>
          <ac:spMkLst>
            <pc:docMk/>
            <pc:sldMk cId="236074620" sldId="265"/>
            <ac:spMk id="35" creationId="{E18403B7-F2C7-4C07-8522-21C31910902C}"/>
          </ac:spMkLst>
        </pc:spChg>
        <pc:spChg chg="add">
          <ac:chgData name="Victor Prefa" userId="e903a5f0c06166a6" providerId="LiveId" clId="{9F075409-64C4-4242-ADB4-3E9C0444E214}" dt="2025-12-27T16:03:44.315" v="208" actId="26606"/>
          <ac:spMkLst>
            <pc:docMk/>
            <pc:sldMk cId="236074620" sldId="265"/>
            <ac:spMk id="46" creationId="{9228552E-C8B1-4A80-8448-0787CE0FC704}"/>
          </ac:spMkLst>
        </pc:spChg>
        <pc:grpChg chg="add del">
          <ac:chgData name="Victor Prefa" userId="e903a5f0c06166a6" providerId="LiveId" clId="{9F075409-64C4-4242-ADB4-3E9C0444E214}" dt="2025-12-27T16:03:44.315" v="208" actId="26606"/>
          <ac:grpSpMkLst>
            <pc:docMk/>
            <pc:sldMk cId="236074620" sldId="265"/>
            <ac:grpSpMk id="19" creationId="{80E95A5C-1E97-41C3-9DEC-245FF6DEBF1F}"/>
          </ac:grpSpMkLst>
        </pc:grpChg>
        <pc:grpChg chg="add del">
          <ac:chgData name="Victor Prefa" userId="e903a5f0c06166a6" providerId="LiveId" clId="{9F075409-64C4-4242-ADB4-3E9C0444E214}" dt="2025-12-27T16:03:44.315" v="208" actId="26606"/>
          <ac:grpSpMkLst>
            <pc:docMk/>
            <pc:sldMk cId="236074620" sldId="265"/>
            <ac:grpSpMk id="29" creationId="{A58DCE86-9AE1-46D1-96D6-04B8B3EDF6FA}"/>
          </ac:grpSpMkLst>
        </pc:grpChg>
        <pc:grpChg chg="add del">
          <ac:chgData name="Victor Prefa" userId="e903a5f0c06166a6" providerId="LiveId" clId="{9F075409-64C4-4242-ADB4-3E9C0444E214}" dt="2025-12-27T16:03:44.315" v="208" actId="26606"/>
          <ac:grpSpMkLst>
            <pc:docMk/>
            <pc:sldMk cId="236074620" sldId="265"/>
            <ac:grpSpMk id="37" creationId="{23B58CC6-A99E-43AF-A467-256F19287FB8}"/>
          </ac:grpSpMkLst>
        </pc:grpChg>
        <pc:graphicFrameChg chg="add mod modGraphic">
          <ac:chgData name="Victor Prefa" userId="e903a5f0c06166a6" providerId="LiveId" clId="{9F075409-64C4-4242-ADB4-3E9C0444E214}" dt="2025-12-27T16:03:54.999" v="212" actId="20577"/>
          <ac:graphicFrameMkLst>
            <pc:docMk/>
            <pc:sldMk cId="236074620" sldId="265"/>
            <ac:graphicFrameMk id="5" creationId="{F303957D-732F-D363-B47B-3E5E230BCC46}"/>
          </ac:graphicFrameMkLst>
        </pc:graphicFrameChg>
      </pc:sldChg>
      <pc:sldChg chg="addSp delSp modSp new mod setBg setClrOvrMap">
        <pc:chgData name="Victor Prefa" userId="e903a5f0c06166a6" providerId="LiveId" clId="{9F075409-64C4-4242-ADB4-3E9C0444E214}" dt="2025-12-27T16:14:02.225" v="318" actId="255"/>
        <pc:sldMkLst>
          <pc:docMk/>
          <pc:sldMk cId="2184766844" sldId="266"/>
        </pc:sldMkLst>
        <pc:spChg chg="mod">
          <ac:chgData name="Victor Prefa" userId="e903a5f0c06166a6" providerId="LiveId" clId="{9F075409-64C4-4242-ADB4-3E9C0444E214}" dt="2025-12-27T16:12:43.218" v="314" actId="14100"/>
          <ac:spMkLst>
            <pc:docMk/>
            <pc:sldMk cId="2184766844" sldId="266"/>
            <ac:spMk id="2" creationId="{6FF7F34C-BA2C-DF8B-44B5-069484A4F459}"/>
          </ac:spMkLst>
        </pc:spChg>
        <pc:spChg chg="add del mod">
          <ac:chgData name="Victor Prefa" userId="e903a5f0c06166a6" providerId="LiveId" clId="{9F075409-64C4-4242-ADB4-3E9C0444E214}" dt="2025-12-27T16:09:52.904" v="287" actId="26606"/>
          <ac:spMkLst>
            <pc:docMk/>
            <pc:sldMk cId="2184766844" sldId="266"/>
            <ac:spMk id="3" creationId="{FC6C6C54-467D-F068-C695-3A74042ECCE6}"/>
          </ac:spMkLst>
        </pc:spChg>
        <pc:spChg chg="add del">
          <ac:chgData name="Victor Prefa" userId="e903a5f0c06166a6" providerId="LiveId" clId="{9F075409-64C4-4242-ADB4-3E9C0444E214}" dt="2025-12-27T16:12:13.311" v="306" actId="26606"/>
          <ac:spMkLst>
            <pc:docMk/>
            <pc:sldMk cId="2184766844" sldId="266"/>
            <ac:spMk id="8" creationId="{E8A8EAB8-D2FF-444D-B34B-7D32F106AD0E}"/>
          </ac:spMkLst>
        </pc:spChg>
        <pc:spChg chg="add del">
          <ac:chgData name="Victor Prefa" userId="e903a5f0c06166a6" providerId="LiveId" clId="{9F075409-64C4-4242-ADB4-3E9C0444E214}" dt="2025-12-27T16:09:52.889" v="286" actId="26606"/>
          <ac:spMkLst>
            <pc:docMk/>
            <pc:sldMk cId="2184766844" sldId="266"/>
            <ac:spMk id="10" creationId="{9228552E-C8B1-4A80-8448-0787CE0FC704}"/>
          </ac:spMkLst>
        </pc:spChg>
        <pc:spChg chg="add del mod">
          <ac:chgData name="Victor Prefa" userId="e903a5f0c06166a6" providerId="LiveId" clId="{9F075409-64C4-4242-ADB4-3E9C0444E214}" dt="2025-12-27T16:12:13.311" v="306" actId="26606"/>
          <ac:spMkLst>
            <pc:docMk/>
            <pc:sldMk cId="2184766844" sldId="266"/>
            <ac:spMk id="14" creationId="{FC6C6C54-467D-F068-C695-3A74042ECCE6}"/>
          </ac:spMkLst>
        </pc:spChg>
        <pc:spChg chg="add">
          <ac:chgData name="Victor Prefa" userId="e903a5f0c06166a6" providerId="LiveId" clId="{9F075409-64C4-4242-ADB4-3E9C0444E214}" dt="2025-12-27T16:12:13.311" v="306" actId="26606"/>
          <ac:spMkLst>
            <pc:docMk/>
            <pc:sldMk cId="2184766844" sldId="266"/>
            <ac:spMk id="21" creationId="{9228552E-C8B1-4A80-8448-0787CE0FC704}"/>
          </ac:spMkLst>
        </pc:spChg>
        <pc:graphicFrameChg chg="add del">
          <ac:chgData name="Victor Prefa" userId="e903a5f0c06166a6" providerId="LiveId" clId="{9F075409-64C4-4242-ADB4-3E9C0444E214}" dt="2025-12-27T16:09:52.889" v="286" actId="26606"/>
          <ac:graphicFrameMkLst>
            <pc:docMk/>
            <pc:sldMk cId="2184766844" sldId="266"/>
            <ac:graphicFrameMk id="5" creationId="{DBF909ED-608B-D3D7-B07A-5283AE087AC8}"/>
          </ac:graphicFrameMkLst>
        </pc:graphicFrameChg>
        <pc:graphicFrameChg chg="add mod">
          <ac:chgData name="Victor Prefa" userId="e903a5f0c06166a6" providerId="LiveId" clId="{9F075409-64C4-4242-ADB4-3E9C0444E214}" dt="2025-12-27T16:14:02.225" v="318" actId="255"/>
          <ac:graphicFrameMkLst>
            <pc:docMk/>
            <pc:sldMk cId="2184766844" sldId="266"/>
            <ac:graphicFrameMk id="16" creationId="{F9FA8B5E-D52D-DE81-1EF2-840456B2B3FF}"/>
          </ac:graphicFrameMkLst>
        </pc:graphicFrameChg>
        <pc:picChg chg="add del">
          <ac:chgData name="Victor Prefa" userId="e903a5f0c06166a6" providerId="LiveId" clId="{9F075409-64C4-4242-ADB4-3E9C0444E214}" dt="2025-12-27T16:09:52.889" v="286" actId="26606"/>
          <ac:picMkLst>
            <pc:docMk/>
            <pc:sldMk cId="2184766844" sldId="266"/>
            <ac:picMk id="6" creationId="{00AA3746-40E8-93FF-CA37-268E94A53CBA}"/>
          </ac:picMkLst>
        </pc:picChg>
        <pc:picChg chg="add">
          <ac:chgData name="Victor Prefa" userId="e903a5f0c06166a6" providerId="LiveId" clId="{9F075409-64C4-4242-ADB4-3E9C0444E214}" dt="2025-12-27T16:12:13.311" v="306" actId="26606"/>
          <ac:picMkLst>
            <pc:docMk/>
            <pc:sldMk cId="2184766844" sldId="266"/>
            <ac:picMk id="17" creationId="{919EE08D-3E06-44E7-F69C-3022B665F35B}"/>
          </ac:picMkLst>
        </pc:picChg>
        <pc:cxnChg chg="add del">
          <ac:chgData name="Victor Prefa" userId="e903a5f0c06166a6" providerId="LiveId" clId="{9F075409-64C4-4242-ADB4-3E9C0444E214}" dt="2025-12-27T16:12:13.311" v="306" actId="26606"/>
          <ac:cxnSpMkLst>
            <pc:docMk/>
            <pc:sldMk cId="2184766844" sldId="266"/>
            <ac:cxnSpMk id="12" creationId="{4AD7FFC6-42A9-49CB-B5E9-B3F6B038331B}"/>
          </ac:cxnSpMkLst>
        </pc:cxnChg>
        <pc:cxnChg chg="add del">
          <ac:chgData name="Victor Prefa" userId="e903a5f0c06166a6" providerId="LiveId" clId="{9F075409-64C4-4242-ADB4-3E9C0444E214}" dt="2025-12-27T16:12:13.311" v="306" actId="26606"/>
          <ac:cxnSpMkLst>
            <pc:docMk/>
            <pc:sldMk cId="2184766844" sldId="266"/>
            <ac:cxnSpMk id="13" creationId="{067633D1-6EE6-4118-B9F0-B363477BEE7A}"/>
          </ac:cxnSpMkLst>
        </pc:cxnChg>
      </pc:sldChg>
      <pc:sldChg chg="addSp delSp modSp new mod setBg">
        <pc:chgData name="Victor Prefa" userId="e903a5f0c06166a6" providerId="LiveId" clId="{9F075409-64C4-4242-ADB4-3E9C0444E214}" dt="2025-12-27T16:30:39.810" v="416" actId="255"/>
        <pc:sldMkLst>
          <pc:docMk/>
          <pc:sldMk cId="3746147734" sldId="267"/>
        </pc:sldMkLst>
        <pc:spChg chg="mod">
          <ac:chgData name="Victor Prefa" userId="e903a5f0c06166a6" providerId="LiveId" clId="{9F075409-64C4-4242-ADB4-3E9C0444E214}" dt="2025-12-27T16:28:32.623" v="408" actId="20577"/>
          <ac:spMkLst>
            <pc:docMk/>
            <pc:sldMk cId="3746147734" sldId="267"/>
            <ac:spMk id="2" creationId="{DF853BDD-98EB-1F41-5D68-36963AD35074}"/>
          </ac:spMkLst>
        </pc:spChg>
        <pc:spChg chg="del mod">
          <ac:chgData name="Victor Prefa" userId="e903a5f0c06166a6" providerId="LiveId" clId="{9F075409-64C4-4242-ADB4-3E9C0444E214}" dt="2025-12-27T16:25:12.476" v="402" actId="26606"/>
          <ac:spMkLst>
            <pc:docMk/>
            <pc:sldMk cId="3746147734" sldId="267"/>
            <ac:spMk id="3" creationId="{BB3C5FFF-4ECE-00EA-1946-90B7E123B29E}"/>
          </ac:spMkLst>
        </pc:spChg>
        <pc:spChg chg="add del">
          <ac:chgData name="Victor Prefa" userId="e903a5f0c06166a6" providerId="LiveId" clId="{9F075409-64C4-4242-ADB4-3E9C0444E214}" dt="2025-12-27T16:25:12.476" v="402" actId="26606"/>
          <ac:spMkLst>
            <pc:docMk/>
            <pc:sldMk cId="3746147734" sldId="267"/>
            <ac:spMk id="8" creationId="{5A0118C5-4F8D-4CF4-BADD-53FEACC6C42A}"/>
          </ac:spMkLst>
        </pc:spChg>
        <pc:spChg chg="add del">
          <ac:chgData name="Victor Prefa" userId="e903a5f0c06166a6" providerId="LiveId" clId="{9F075409-64C4-4242-ADB4-3E9C0444E214}" dt="2025-12-27T16:25:12.476" v="402" actId="26606"/>
          <ac:spMkLst>
            <pc:docMk/>
            <pc:sldMk cId="3746147734" sldId="267"/>
            <ac:spMk id="10" creationId="{CAEBFCD5-5356-4326-8D39-8235A46CD7B2}"/>
          </ac:spMkLst>
        </pc:spChg>
        <pc:spChg chg="add del">
          <ac:chgData name="Victor Prefa" userId="e903a5f0c06166a6" providerId="LiveId" clId="{9F075409-64C4-4242-ADB4-3E9C0444E214}" dt="2025-12-27T16:25:12.476" v="402" actId="26606"/>
          <ac:spMkLst>
            <pc:docMk/>
            <pc:sldMk cId="3746147734" sldId="267"/>
            <ac:spMk id="12" creationId="{F6814848-248A-47DD-88E0-95099D951EF8}"/>
          </ac:spMkLst>
        </pc:spChg>
        <pc:spChg chg="add del">
          <ac:chgData name="Victor Prefa" userId="e903a5f0c06166a6" providerId="LiveId" clId="{9F075409-64C4-4242-ADB4-3E9C0444E214}" dt="2025-12-27T16:25:12.476" v="402" actId="26606"/>
          <ac:spMkLst>
            <pc:docMk/>
            <pc:sldMk cId="3746147734" sldId="267"/>
            <ac:spMk id="14" creationId="{718BDA89-0D2C-4C4E-99F6-D7A220FE48D3}"/>
          </ac:spMkLst>
        </pc:spChg>
        <pc:spChg chg="add del">
          <ac:chgData name="Victor Prefa" userId="e903a5f0c06166a6" providerId="LiveId" clId="{9F075409-64C4-4242-ADB4-3E9C0444E214}" dt="2025-12-27T16:25:12.476" v="402" actId="26606"/>
          <ac:spMkLst>
            <pc:docMk/>
            <pc:sldMk cId="3746147734" sldId="267"/>
            <ac:spMk id="20" creationId="{7CE98B01-ED41-482F-AFA1-19C7FA7C04A7}"/>
          </ac:spMkLst>
        </pc:spChg>
        <pc:spChg chg="add del">
          <ac:chgData name="Victor Prefa" userId="e903a5f0c06166a6" providerId="LiveId" clId="{9F075409-64C4-4242-ADB4-3E9C0444E214}" dt="2025-12-27T16:25:12.476" v="402" actId="26606"/>
          <ac:spMkLst>
            <pc:docMk/>
            <pc:sldMk cId="3746147734" sldId="267"/>
            <ac:spMk id="22" creationId="{B9CABDD0-8DF6-4974-A224-9A2A81778003}"/>
          </ac:spMkLst>
        </pc:spChg>
        <pc:spChg chg="add">
          <ac:chgData name="Victor Prefa" userId="e903a5f0c06166a6" providerId="LiveId" clId="{9F075409-64C4-4242-ADB4-3E9C0444E214}" dt="2025-12-27T16:25:12.476" v="402" actId="26606"/>
          <ac:spMkLst>
            <pc:docMk/>
            <pc:sldMk cId="3746147734" sldId="267"/>
            <ac:spMk id="43" creationId="{2659FDB4-FCBE-4A89-B46D-43D4FA54464D}"/>
          </ac:spMkLst>
        </pc:spChg>
        <pc:grpChg chg="add">
          <ac:chgData name="Victor Prefa" userId="e903a5f0c06166a6" providerId="LiveId" clId="{9F075409-64C4-4242-ADB4-3E9C0444E214}" dt="2025-12-27T16:22:55.077" v="383" actId="26606"/>
          <ac:grpSpMkLst>
            <pc:docMk/>
            <pc:sldMk cId="3746147734" sldId="267"/>
            <ac:grpSpMk id="16" creationId="{6B67BE95-96EF-433C-9F29-B0732AA6B6AC}"/>
          </ac:grpSpMkLst>
        </pc:grpChg>
        <pc:grpChg chg="add">
          <ac:chgData name="Victor Prefa" userId="e903a5f0c06166a6" providerId="LiveId" clId="{9F075409-64C4-4242-ADB4-3E9C0444E214}" dt="2025-12-27T16:22:55.077" v="383" actId="26606"/>
          <ac:grpSpMkLst>
            <pc:docMk/>
            <pc:sldMk cId="3746147734" sldId="267"/>
            <ac:grpSpMk id="24" creationId="{D6E8B984-55B9-4A62-A043-997D00F0AE09}"/>
          </ac:grpSpMkLst>
        </pc:grpChg>
        <pc:graphicFrameChg chg="add mod">
          <ac:chgData name="Victor Prefa" userId="e903a5f0c06166a6" providerId="LiveId" clId="{9F075409-64C4-4242-ADB4-3E9C0444E214}" dt="2025-12-27T16:30:39.810" v="416" actId="255"/>
          <ac:graphicFrameMkLst>
            <pc:docMk/>
            <pc:sldMk cId="3746147734" sldId="267"/>
            <ac:graphicFrameMk id="39" creationId="{3AE7700D-5AB8-0630-9E85-75E56E03DDF3}"/>
          </ac:graphicFrameMkLst>
        </pc:graphicFrameChg>
      </pc:sldChg>
      <pc:sldChg chg="addSp delSp modSp new mod setBg">
        <pc:chgData name="Victor Prefa" userId="e903a5f0c06166a6" providerId="LiveId" clId="{9F075409-64C4-4242-ADB4-3E9C0444E214}" dt="2025-12-27T16:51:47.388" v="534" actId="207"/>
        <pc:sldMkLst>
          <pc:docMk/>
          <pc:sldMk cId="509333826" sldId="268"/>
        </pc:sldMkLst>
        <pc:spChg chg="mod">
          <ac:chgData name="Victor Prefa" userId="e903a5f0c06166a6" providerId="LiveId" clId="{9F075409-64C4-4242-ADB4-3E9C0444E214}" dt="2025-12-27T16:43:51.329" v="519" actId="14100"/>
          <ac:spMkLst>
            <pc:docMk/>
            <pc:sldMk cId="509333826" sldId="268"/>
            <ac:spMk id="2" creationId="{CEFDCAA0-B9FC-3DFA-9DB6-B17C7E993A97}"/>
          </ac:spMkLst>
        </pc:spChg>
        <pc:spChg chg="del mod">
          <ac:chgData name="Victor Prefa" userId="e903a5f0c06166a6" providerId="LiveId" clId="{9F075409-64C4-4242-ADB4-3E9C0444E214}" dt="2025-12-27T16:43:22.156" v="512" actId="26606"/>
          <ac:spMkLst>
            <pc:docMk/>
            <pc:sldMk cId="509333826" sldId="268"/>
            <ac:spMk id="3" creationId="{500A32E4-2948-B492-3B23-CC8EC56F288F}"/>
          </ac:spMkLst>
        </pc:spChg>
        <pc:graphicFrameChg chg="add mod modGraphic">
          <ac:chgData name="Victor Prefa" userId="e903a5f0c06166a6" providerId="LiveId" clId="{9F075409-64C4-4242-ADB4-3E9C0444E214}" dt="2025-12-27T16:51:47.388" v="534" actId="207"/>
          <ac:graphicFrameMkLst>
            <pc:docMk/>
            <pc:sldMk cId="509333826" sldId="268"/>
            <ac:graphicFrameMk id="5" creationId="{A71DA58C-75E6-77B4-4B95-F6B16728D1FF}"/>
          </ac:graphicFrameMkLst>
        </pc:graphicFrameChg>
        <pc:picChg chg="add mod">
          <ac:chgData name="Victor Prefa" userId="e903a5f0c06166a6" providerId="LiveId" clId="{9F075409-64C4-4242-ADB4-3E9C0444E214}" dt="2025-12-27T16:51:09.756" v="530" actId="14100"/>
          <ac:picMkLst>
            <pc:docMk/>
            <pc:sldMk cId="509333826" sldId="268"/>
            <ac:picMk id="6" creationId="{52C1851C-9228-F31D-76FC-9C40D87FCC28}"/>
          </ac:picMkLst>
        </pc:picChg>
      </pc:sldChg>
      <pc:sldChg chg="addSp delSp modSp new mod setBg setClrOvrMap">
        <pc:chgData name="Victor Prefa" userId="e903a5f0c06166a6" providerId="LiveId" clId="{9F075409-64C4-4242-ADB4-3E9C0444E214}" dt="2025-12-27T17:01:25.163" v="598" actId="255"/>
        <pc:sldMkLst>
          <pc:docMk/>
          <pc:sldMk cId="2998746112" sldId="269"/>
        </pc:sldMkLst>
        <pc:spChg chg="mod">
          <ac:chgData name="Victor Prefa" userId="e903a5f0c06166a6" providerId="LiveId" clId="{9F075409-64C4-4242-ADB4-3E9C0444E214}" dt="2025-12-27T16:59:34.913" v="589" actId="26606"/>
          <ac:spMkLst>
            <pc:docMk/>
            <pc:sldMk cId="2998746112" sldId="269"/>
            <ac:spMk id="2" creationId="{02608F0E-A8F7-281A-884F-69720B78A2FD}"/>
          </ac:spMkLst>
        </pc:spChg>
        <pc:spChg chg="del mod">
          <ac:chgData name="Victor Prefa" userId="e903a5f0c06166a6" providerId="LiveId" clId="{9F075409-64C4-4242-ADB4-3E9C0444E214}" dt="2025-12-27T16:59:34.913" v="589" actId="26606"/>
          <ac:spMkLst>
            <pc:docMk/>
            <pc:sldMk cId="2998746112" sldId="269"/>
            <ac:spMk id="3" creationId="{2FDB7FC6-2533-1523-5A7F-72968E5CCC30}"/>
          </ac:spMkLst>
        </pc:spChg>
        <pc:spChg chg="add del">
          <ac:chgData name="Victor Prefa" userId="e903a5f0c06166a6" providerId="LiveId" clId="{9F075409-64C4-4242-ADB4-3E9C0444E214}" dt="2025-12-27T16:59:34.913" v="589" actId="26606"/>
          <ac:spMkLst>
            <pc:docMk/>
            <pc:sldMk cId="2998746112" sldId="269"/>
            <ac:spMk id="8" creationId="{5A0118C5-4F8D-4CF4-BADD-53FEACC6C42A}"/>
          </ac:spMkLst>
        </pc:spChg>
        <pc:spChg chg="add del">
          <ac:chgData name="Victor Prefa" userId="e903a5f0c06166a6" providerId="LiveId" clId="{9F075409-64C4-4242-ADB4-3E9C0444E214}" dt="2025-12-27T16:59:34.913" v="589" actId="26606"/>
          <ac:spMkLst>
            <pc:docMk/>
            <pc:sldMk cId="2998746112" sldId="269"/>
            <ac:spMk id="10" creationId="{A99050EE-26AF-4253-BD50-F0FCD965A8F6}"/>
          </ac:spMkLst>
        </pc:spChg>
        <pc:spChg chg="add del">
          <ac:chgData name="Victor Prefa" userId="e903a5f0c06166a6" providerId="LiveId" clId="{9F075409-64C4-4242-ADB4-3E9C0444E214}" dt="2025-12-27T16:59:34.913" v="589" actId="26606"/>
          <ac:spMkLst>
            <pc:docMk/>
            <pc:sldMk cId="2998746112" sldId="269"/>
            <ac:spMk id="16" creationId="{D0C78466-EB6E-45A0-99A6-A00789ACD90A}"/>
          </ac:spMkLst>
        </pc:spChg>
        <pc:spChg chg="add del">
          <ac:chgData name="Victor Prefa" userId="e903a5f0c06166a6" providerId="LiveId" clId="{9F075409-64C4-4242-ADB4-3E9C0444E214}" dt="2025-12-27T16:59:34.913" v="589" actId="26606"/>
          <ac:spMkLst>
            <pc:docMk/>
            <pc:sldMk cId="2998746112" sldId="269"/>
            <ac:spMk id="18" creationId="{E99F76E4-5DFD-4DBE-B042-66FBCD1182C9}"/>
          </ac:spMkLst>
        </pc:spChg>
        <pc:spChg chg="add">
          <ac:chgData name="Victor Prefa" userId="e903a5f0c06166a6" providerId="LiveId" clId="{9F075409-64C4-4242-ADB4-3E9C0444E214}" dt="2025-12-27T16:59:34.913" v="589" actId="26606"/>
          <ac:spMkLst>
            <pc:docMk/>
            <pc:sldMk cId="2998746112" sldId="269"/>
            <ac:spMk id="366" creationId="{A3EFF7B1-6CB7-47D1-AD37-B870CA2B2151}"/>
          </ac:spMkLst>
        </pc:spChg>
        <pc:spChg chg="add">
          <ac:chgData name="Victor Prefa" userId="e903a5f0c06166a6" providerId="LiveId" clId="{9F075409-64C4-4242-ADB4-3E9C0444E214}" dt="2025-12-27T16:59:34.913" v="589" actId="26606"/>
          <ac:spMkLst>
            <pc:docMk/>
            <pc:sldMk cId="2998746112" sldId="269"/>
            <ac:spMk id="368" creationId="{7FA2962B-21B6-4689-A95D-A8FF6ADE47F1}"/>
          </ac:spMkLst>
        </pc:spChg>
        <pc:spChg chg="add">
          <ac:chgData name="Victor Prefa" userId="e903a5f0c06166a6" providerId="LiveId" clId="{9F075409-64C4-4242-ADB4-3E9C0444E214}" dt="2025-12-27T16:59:34.913" v="589" actId="26606"/>
          <ac:spMkLst>
            <pc:docMk/>
            <pc:sldMk cId="2998746112" sldId="269"/>
            <ac:spMk id="384" creationId="{A00D2CE1-35C1-46E6-BD59-CEE668BD90F4}"/>
          </ac:spMkLst>
        </pc:spChg>
        <pc:spChg chg="add">
          <ac:chgData name="Victor Prefa" userId="e903a5f0c06166a6" providerId="LiveId" clId="{9F075409-64C4-4242-ADB4-3E9C0444E214}" dt="2025-12-27T16:59:34.913" v="589" actId="26606"/>
          <ac:spMkLst>
            <pc:docMk/>
            <pc:sldMk cId="2998746112" sldId="269"/>
            <ac:spMk id="392" creationId="{E18403B7-F2C7-4C07-8522-21C31910902C}"/>
          </ac:spMkLst>
        </pc:spChg>
        <pc:grpChg chg="add">
          <ac:chgData name="Victor Prefa" userId="e903a5f0c06166a6" providerId="LiveId" clId="{9F075409-64C4-4242-ADB4-3E9C0444E214}" dt="2025-12-27T16:56:18.470" v="576" actId="26606"/>
          <ac:grpSpMkLst>
            <pc:docMk/>
            <pc:sldMk cId="2998746112" sldId="269"/>
            <ac:grpSpMk id="12" creationId="{00E015F5-1A99-4E40-BC3D-7707802996B5}"/>
          </ac:grpSpMkLst>
        </pc:grpChg>
        <pc:grpChg chg="add">
          <ac:chgData name="Victor Prefa" userId="e903a5f0c06166a6" providerId="LiveId" clId="{9F075409-64C4-4242-ADB4-3E9C0444E214}" dt="2025-12-27T16:56:18.470" v="576" actId="26606"/>
          <ac:grpSpMkLst>
            <pc:docMk/>
            <pc:sldMk cId="2998746112" sldId="269"/>
            <ac:grpSpMk id="20" creationId="{5468B3A9-705E-43C3-A742-0619B0D8F2EE}"/>
          </ac:grpSpMkLst>
        </pc:grpChg>
        <pc:grpChg chg="add">
          <ac:chgData name="Victor Prefa" userId="e903a5f0c06166a6" providerId="LiveId" clId="{9F075409-64C4-4242-ADB4-3E9C0444E214}" dt="2025-12-27T16:56:18.470" v="576" actId="26606"/>
          <ac:grpSpMkLst>
            <pc:docMk/>
            <pc:sldMk cId="2998746112" sldId="269"/>
            <ac:grpSpMk id="191" creationId="{773717CC-ECEE-4ABF-BA61-C59F46801775}"/>
          </ac:grpSpMkLst>
        </pc:grpChg>
        <pc:graphicFrameChg chg="mod">
          <ac:chgData name="Victor Prefa" userId="e903a5f0c06166a6" providerId="LiveId" clId="{9F075409-64C4-4242-ADB4-3E9C0444E214}" dt="2025-12-27T17:01:25.163" v="598" actId="255"/>
          <ac:graphicFrameMkLst>
            <pc:docMk/>
            <pc:sldMk cId="2998746112" sldId="269"/>
            <ac:graphicFrameMk id="362" creationId="{B604C596-F56E-94B3-3ECE-4C88B3820342}"/>
          </ac:graphicFrameMkLst>
        </pc:graphicFrameChg>
      </pc:sldChg>
      <pc:sldChg chg="modSp new mod">
        <pc:chgData name="Victor Prefa" userId="e903a5f0c06166a6" providerId="LiveId" clId="{9F075409-64C4-4242-ADB4-3E9C0444E214}" dt="2025-12-27T17:30:18.928" v="703"/>
        <pc:sldMkLst>
          <pc:docMk/>
          <pc:sldMk cId="1182267777" sldId="270"/>
        </pc:sldMkLst>
        <pc:spChg chg="mod">
          <ac:chgData name="Victor Prefa" userId="e903a5f0c06166a6" providerId="LiveId" clId="{9F075409-64C4-4242-ADB4-3E9C0444E214}" dt="2025-12-27T17:07:07.889" v="657" actId="14100"/>
          <ac:spMkLst>
            <pc:docMk/>
            <pc:sldMk cId="1182267777" sldId="270"/>
            <ac:spMk id="2" creationId="{DEE4F98E-0C05-0587-BF17-6E39D0E3C6DA}"/>
          </ac:spMkLst>
        </pc:spChg>
        <pc:spChg chg="mod">
          <ac:chgData name="Victor Prefa" userId="e903a5f0c06166a6" providerId="LiveId" clId="{9F075409-64C4-4242-ADB4-3E9C0444E214}" dt="2025-12-27T17:30:18.928" v="703"/>
          <ac:spMkLst>
            <pc:docMk/>
            <pc:sldMk cId="1182267777" sldId="270"/>
            <ac:spMk id="3" creationId="{9F9E8301-E660-374C-23F0-0DFBC941CE8D}"/>
          </ac:spMkLst>
        </pc:spChg>
      </pc:sldChg>
      <pc:sldChg chg="addSp delSp modSp new mod">
        <pc:chgData name="Victor Prefa" userId="e903a5f0c06166a6" providerId="LiveId" clId="{9F075409-64C4-4242-ADB4-3E9C0444E214}" dt="2025-12-27T18:41:28.545" v="720" actId="14100"/>
        <pc:sldMkLst>
          <pc:docMk/>
          <pc:sldMk cId="211840412" sldId="271"/>
        </pc:sldMkLst>
        <pc:spChg chg="mod">
          <ac:chgData name="Victor Prefa" userId="e903a5f0c06166a6" providerId="LiveId" clId="{9F075409-64C4-4242-ADB4-3E9C0444E214}" dt="2025-12-27T18:39:33.420" v="719" actId="14100"/>
          <ac:spMkLst>
            <pc:docMk/>
            <pc:sldMk cId="211840412" sldId="271"/>
            <ac:spMk id="2" creationId="{E430B7B7-1049-7D33-A7B6-94987E86D0DE}"/>
          </ac:spMkLst>
        </pc:spChg>
        <pc:spChg chg="del">
          <ac:chgData name="Victor Prefa" userId="e903a5f0c06166a6" providerId="LiveId" clId="{9F075409-64C4-4242-ADB4-3E9C0444E214}" dt="2025-12-27T18:33:32.272" v="705"/>
          <ac:spMkLst>
            <pc:docMk/>
            <pc:sldMk cId="211840412" sldId="271"/>
            <ac:spMk id="3" creationId="{964419B4-723C-70B2-8029-753C9F423471}"/>
          </ac:spMkLst>
        </pc:spChg>
        <pc:spChg chg="add del mod">
          <ac:chgData name="Victor Prefa" userId="e903a5f0c06166a6" providerId="LiveId" clId="{9F075409-64C4-4242-ADB4-3E9C0444E214}" dt="2025-12-27T18:34:06.981" v="706"/>
          <ac:spMkLst>
            <pc:docMk/>
            <pc:sldMk cId="211840412" sldId="271"/>
            <ac:spMk id="4" creationId="{2B976AAB-D170-1AFB-EBD3-D4F7B30AA978}"/>
          </ac:spMkLst>
        </pc:spChg>
        <pc:picChg chg="add mod">
          <ac:chgData name="Victor Prefa" userId="e903a5f0c06166a6" providerId="LiveId" clId="{9F075409-64C4-4242-ADB4-3E9C0444E214}" dt="2025-12-27T18:41:28.545" v="720" actId="14100"/>
          <ac:picMkLst>
            <pc:docMk/>
            <pc:sldMk cId="211840412" sldId="271"/>
            <ac:picMk id="5" creationId="{57D3429F-B0B5-2C74-0DDF-05E34BA34F19}"/>
          </ac:picMkLst>
        </pc:picChg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E19D46-F7E9-426B-BC8C-CE2F734C430C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3F58176-B150-4999-A3E5-672C81C3526F}">
      <dgm:prSet/>
      <dgm:spPr/>
      <dgm:t>
        <a:bodyPr/>
        <a:lstStyle/>
        <a:p>
          <a:r>
            <a:rPr lang="en-US"/>
            <a:t>Group Stage 2025:</a:t>
          </a:r>
        </a:p>
      </dgm:t>
    </dgm:pt>
    <dgm:pt modelId="{B3A5415A-DBFE-4416-9AAE-E7995A87592E}" type="parTrans" cxnId="{5F551424-265D-41BC-8CA1-A6429465E443}">
      <dgm:prSet/>
      <dgm:spPr/>
      <dgm:t>
        <a:bodyPr/>
        <a:lstStyle/>
        <a:p>
          <a:endParaRPr lang="en-US"/>
        </a:p>
      </dgm:t>
    </dgm:pt>
    <dgm:pt modelId="{516C2A0C-E9BA-46F8-BC27-609D5FC3726D}" type="sibTrans" cxnId="{5F551424-265D-41BC-8CA1-A6429465E443}">
      <dgm:prSet/>
      <dgm:spPr/>
      <dgm:t>
        <a:bodyPr/>
        <a:lstStyle/>
        <a:p>
          <a:endParaRPr lang="en-US"/>
        </a:p>
      </dgm:t>
    </dgm:pt>
    <dgm:pt modelId="{894A5E73-1CD0-418C-BAB0-FD27A4F24538}">
      <dgm:prSet/>
      <dgm:spPr/>
      <dgm:t>
        <a:bodyPr/>
        <a:lstStyle/>
        <a:p>
          <a:r>
            <a:rPr lang="en-US"/>
            <a:t>2 Wins, 0 Draws, 0 Losses- </a:t>
          </a:r>
        </a:p>
      </dgm:t>
    </dgm:pt>
    <dgm:pt modelId="{B5835DB9-822F-450E-B46F-7CBB15BED24D}" type="parTrans" cxnId="{B708C43F-884C-4D6E-A747-C95DF587B1D9}">
      <dgm:prSet/>
      <dgm:spPr/>
      <dgm:t>
        <a:bodyPr/>
        <a:lstStyle/>
        <a:p>
          <a:endParaRPr lang="en-US"/>
        </a:p>
      </dgm:t>
    </dgm:pt>
    <dgm:pt modelId="{BA3B285D-F497-4FB4-B067-E9A2D355C90B}" type="sibTrans" cxnId="{B708C43F-884C-4D6E-A747-C95DF587B1D9}">
      <dgm:prSet/>
      <dgm:spPr/>
      <dgm:t>
        <a:bodyPr/>
        <a:lstStyle/>
        <a:p>
          <a:endParaRPr lang="en-US"/>
        </a:p>
      </dgm:t>
    </dgm:pt>
    <dgm:pt modelId="{2BA456C5-00EA-4742-9C6B-B4DFFA0FE56C}">
      <dgm:prSet/>
      <dgm:spPr/>
      <dgm:t>
        <a:bodyPr/>
        <a:lstStyle/>
        <a:p>
          <a:r>
            <a:rPr lang="en-US"/>
            <a:t>Goals: 3 scored, 1 conceded</a:t>
          </a:r>
        </a:p>
      </dgm:t>
    </dgm:pt>
    <dgm:pt modelId="{EBCB449D-50F0-4058-B899-E291BBA5C57A}" type="parTrans" cxnId="{8E0693D1-A1CE-4C30-ACA9-6C86CF42F909}">
      <dgm:prSet/>
      <dgm:spPr/>
      <dgm:t>
        <a:bodyPr/>
        <a:lstStyle/>
        <a:p>
          <a:endParaRPr lang="en-US"/>
        </a:p>
      </dgm:t>
    </dgm:pt>
    <dgm:pt modelId="{48204C52-DCFB-4D65-B95F-8D9AD8EEF36D}" type="sibTrans" cxnId="{8E0693D1-A1CE-4C30-ACA9-6C86CF42F909}">
      <dgm:prSet/>
      <dgm:spPr/>
      <dgm:t>
        <a:bodyPr/>
        <a:lstStyle/>
        <a:p>
          <a:endParaRPr lang="en-US"/>
        </a:p>
      </dgm:t>
    </dgm:pt>
    <dgm:pt modelId="{96804EEA-5B60-4B1D-A0FA-03BD2E75BA12}">
      <dgm:prSet/>
      <dgm:spPr/>
      <dgm:t>
        <a:bodyPr/>
        <a:lstStyle/>
        <a:p>
          <a:r>
            <a:rPr lang="en-US"/>
            <a:t>First team to qualify for Round of 16</a:t>
          </a:r>
        </a:p>
      </dgm:t>
    </dgm:pt>
    <dgm:pt modelId="{F0AF258E-E249-44CC-84E0-E581410DD03F}" type="parTrans" cxnId="{F25EBB7E-96B1-4D7B-8E7D-FB77D7852DD6}">
      <dgm:prSet/>
      <dgm:spPr/>
      <dgm:t>
        <a:bodyPr/>
        <a:lstStyle/>
        <a:p>
          <a:endParaRPr lang="en-US"/>
        </a:p>
      </dgm:t>
    </dgm:pt>
    <dgm:pt modelId="{E4C4C60D-0CF1-4B16-B6DD-38CD29ABFBB3}" type="sibTrans" cxnId="{F25EBB7E-96B1-4D7B-8E7D-FB77D7852DD6}">
      <dgm:prSet/>
      <dgm:spPr/>
      <dgm:t>
        <a:bodyPr/>
        <a:lstStyle/>
        <a:p>
          <a:endParaRPr lang="en-US"/>
        </a:p>
      </dgm:t>
    </dgm:pt>
    <dgm:pt modelId="{C65E2281-68ED-4837-9CBC-47CD1A74BB01}">
      <dgm:prSet/>
      <dgm:spPr/>
      <dgm:t>
        <a:bodyPr/>
        <a:lstStyle/>
        <a:p>
          <a:r>
            <a:rPr lang="en-US"/>
            <a:t>📊 Statistical Excellence</a:t>
          </a:r>
        </a:p>
      </dgm:t>
    </dgm:pt>
    <dgm:pt modelId="{419BF663-DD16-4C38-B0A6-572CB8A31B9D}" type="parTrans" cxnId="{D2ECF684-E11C-4696-84EE-C81EC69072DE}">
      <dgm:prSet/>
      <dgm:spPr/>
      <dgm:t>
        <a:bodyPr/>
        <a:lstStyle/>
        <a:p>
          <a:endParaRPr lang="en-US"/>
        </a:p>
      </dgm:t>
    </dgm:pt>
    <dgm:pt modelId="{84E870F0-D43E-4E12-8634-BABEBD76BF1E}" type="sibTrans" cxnId="{D2ECF684-E11C-4696-84EE-C81EC69072DE}">
      <dgm:prSet/>
      <dgm:spPr/>
      <dgm:t>
        <a:bodyPr/>
        <a:lstStyle/>
        <a:p>
          <a:endParaRPr lang="en-US"/>
        </a:p>
      </dgm:t>
    </dgm:pt>
    <dgm:pt modelId="{A8EE92E5-FD2C-4E43-BADB-EEF2FB5D001B}">
      <dgm:prSet/>
      <dgm:spPr/>
      <dgm:t>
        <a:bodyPr/>
        <a:lstStyle/>
        <a:p>
          <a:r>
            <a:rPr lang="en-US"/>
            <a:t>175 total goals scored (all-time record)</a:t>
          </a:r>
        </a:p>
      </dgm:t>
    </dgm:pt>
    <dgm:pt modelId="{E51A15B8-B5FA-4125-8766-15D0A0EAB075}" type="parTrans" cxnId="{7613679F-A9C6-4476-9407-3BEDB4A61AEE}">
      <dgm:prSet/>
      <dgm:spPr/>
      <dgm:t>
        <a:bodyPr/>
        <a:lstStyle/>
        <a:p>
          <a:endParaRPr lang="en-US"/>
        </a:p>
      </dgm:t>
    </dgm:pt>
    <dgm:pt modelId="{8607F126-CC87-401D-8A74-B3A5F4B2C7B1}" type="sibTrans" cxnId="{7613679F-A9C6-4476-9407-3BEDB4A61AEE}">
      <dgm:prSet/>
      <dgm:spPr/>
      <dgm:t>
        <a:bodyPr/>
        <a:lstStyle/>
        <a:p>
          <a:endParaRPr lang="en-US"/>
        </a:p>
      </dgm:t>
    </dgm:pt>
    <dgm:pt modelId="{AC0BEFC5-9A88-463D-97B7-1B48A138725F}">
      <dgm:prSet/>
      <dgm:spPr/>
      <dgm:t>
        <a:bodyPr/>
        <a:lstStyle/>
        <a:p>
          <a:r>
            <a:rPr lang="en-US"/>
            <a:t>93% qualification success rate</a:t>
          </a:r>
        </a:p>
      </dgm:t>
    </dgm:pt>
    <dgm:pt modelId="{87168A3B-78BF-469B-8D72-408CB14E3F2E}" type="parTrans" cxnId="{6B5AA1E0-9B20-4EDB-AB5F-F9B5FD1BDCD7}">
      <dgm:prSet/>
      <dgm:spPr/>
      <dgm:t>
        <a:bodyPr/>
        <a:lstStyle/>
        <a:p>
          <a:endParaRPr lang="en-US"/>
        </a:p>
      </dgm:t>
    </dgm:pt>
    <dgm:pt modelId="{2BDBB30E-A311-440F-8D2D-289029C6EB49}" type="sibTrans" cxnId="{6B5AA1E0-9B20-4EDB-AB5F-F9B5FD1BDCD7}">
      <dgm:prSet/>
      <dgm:spPr/>
      <dgm:t>
        <a:bodyPr/>
        <a:lstStyle/>
        <a:p>
          <a:endParaRPr lang="en-US"/>
        </a:p>
      </dgm:t>
    </dgm:pt>
    <dgm:pt modelId="{36E0803E-5A00-4054-BC06-D8D7EF994659}">
      <dgm:prSet/>
      <dgm:spPr/>
      <dgm:t>
        <a:bodyPr/>
        <a:lstStyle/>
        <a:p>
          <a:r>
            <a:rPr lang="en-US"/>
            <a:t>3 consecutive titles (2006, 2008, 2010)</a:t>
          </a:r>
        </a:p>
      </dgm:t>
    </dgm:pt>
    <dgm:pt modelId="{DF2C7E61-A2FB-43EE-9F29-BAC642D21D4D}" type="parTrans" cxnId="{C66ED0A5-D2E2-49F5-B582-9D93BABE4EFE}">
      <dgm:prSet/>
      <dgm:spPr/>
      <dgm:t>
        <a:bodyPr/>
        <a:lstStyle/>
        <a:p>
          <a:endParaRPr lang="en-US"/>
        </a:p>
      </dgm:t>
    </dgm:pt>
    <dgm:pt modelId="{49B9C4D6-4D59-4115-8849-53BF23BBD78F}" type="sibTrans" cxnId="{C66ED0A5-D2E2-49F5-B582-9D93BABE4EFE}">
      <dgm:prSet/>
      <dgm:spPr/>
      <dgm:t>
        <a:bodyPr/>
        <a:lstStyle/>
        <a:p>
          <a:endParaRPr lang="en-US"/>
        </a:p>
      </dgm:t>
    </dgm:pt>
    <dgm:pt modelId="{B7C22B1A-3E03-4408-8A82-39D1A0D52EE5}" type="pres">
      <dgm:prSet presAssocID="{07E19D46-F7E9-426B-BC8C-CE2F734C430C}" presName="diagram" presStyleCnt="0">
        <dgm:presLayoutVars>
          <dgm:dir/>
          <dgm:resizeHandles val="exact"/>
        </dgm:presLayoutVars>
      </dgm:prSet>
      <dgm:spPr/>
    </dgm:pt>
    <dgm:pt modelId="{1A315A6C-5EB6-43AA-BD31-110D5986181A}" type="pres">
      <dgm:prSet presAssocID="{D3F58176-B150-4999-A3E5-672C81C3526F}" presName="node" presStyleLbl="node1" presStyleIdx="0" presStyleCnt="8">
        <dgm:presLayoutVars>
          <dgm:bulletEnabled val="1"/>
        </dgm:presLayoutVars>
      </dgm:prSet>
      <dgm:spPr/>
    </dgm:pt>
    <dgm:pt modelId="{C4534CA3-A5DE-4834-A293-D72AD219FBC6}" type="pres">
      <dgm:prSet presAssocID="{516C2A0C-E9BA-46F8-BC27-609D5FC3726D}" presName="sibTrans" presStyleCnt="0"/>
      <dgm:spPr/>
    </dgm:pt>
    <dgm:pt modelId="{744609E2-A848-4C65-8A82-91CFA5B8F6DA}" type="pres">
      <dgm:prSet presAssocID="{894A5E73-1CD0-418C-BAB0-FD27A4F24538}" presName="node" presStyleLbl="node1" presStyleIdx="1" presStyleCnt="8">
        <dgm:presLayoutVars>
          <dgm:bulletEnabled val="1"/>
        </dgm:presLayoutVars>
      </dgm:prSet>
      <dgm:spPr/>
    </dgm:pt>
    <dgm:pt modelId="{335C6922-0E78-42DA-88E5-C9415BF5A67B}" type="pres">
      <dgm:prSet presAssocID="{BA3B285D-F497-4FB4-B067-E9A2D355C90B}" presName="sibTrans" presStyleCnt="0"/>
      <dgm:spPr/>
    </dgm:pt>
    <dgm:pt modelId="{4A00F12F-825A-4767-924A-081C1B78137E}" type="pres">
      <dgm:prSet presAssocID="{2BA456C5-00EA-4742-9C6B-B4DFFA0FE56C}" presName="node" presStyleLbl="node1" presStyleIdx="2" presStyleCnt="8">
        <dgm:presLayoutVars>
          <dgm:bulletEnabled val="1"/>
        </dgm:presLayoutVars>
      </dgm:prSet>
      <dgm:spPr/>
    </dgm:pt>
    <dgm:pt modelId="{E69ECE1E-F3FB-4447-A978-50ECD081FBA6}" type="pres">
      <dgm:prSet presAssocID="{48204C52-DCFB-4D65-B95F-8D9AD8EEF36D}" presName="sibTrans" presStyleCnt="0"/>
      <dgm:spPr/>
    </dgm:pt>
    <dgm:pt modelId="{121BC8C8-333B-49D8-A8FF-8382CE4DD0CE}" type="pres">
      <dgm:prSet presAssocID="{96804EEA-5B60-4B1D-A0FA-03BD2E75BA12}" presName="node" presStyleLbl="node1" presStyleIdx="3" presStyleCnt="8">
        <dgm:presLayoutVars>
          <dgm:bulletEnabled val="1"/>
        </dgm:presLayoutVars>
      </dgm:prSet>
      <dgm:spPr/>
    </dgm:pt>
    <dgm:pt modelId="{F4A1EF7D-D38E-463E-9BCD-E3D6053758DE}" type="pres">
      <dgm:prSet presAssocID="{E4C4C60D-0CF1-4B16-B6DD-38CD29ABFBB3}" presName="sibTrans" presStyleCnt="0"/>
      <dgm:spPr/>
    </dgm:pt>
    <dgm:pt modelId="{4063F1C3-1A10-4880-9AF6-C2B6F04A14DC}" type="pres">
      <dgm:prSet presAssocID="{C65E2281-68ED-4837-9CBC-47CD1A74BB01}" presName="node" presStyleLbl="node1" presStyleIdx="4" presStyleCnt="8">
        <dgm:presLayoutVars>
          <dgm:bulletEnabled val="1"/>
        </dgm:presLayoutVars>
      </dgm:prSet>
      <dgm:spPr/>
    </dgm:pt>
    <dgm:pt modelId="{F0DF34A3-FD37-4181-B83A-EA5CCDA47CEE}" type="pres">
      <dgm:prSet presAssocID="{84E870F0-D43E-4E12-8634-BABEBD76BF1E}" presName="sibTrans" presStyleCnt="0"/>
      <dgm:spPr/>
    </dgm:pt>
    <dgm:pt modelId="{2ACC9E04-3B0A-44AD-B48B-2D15227673A1}" type="pres">
      <dgm:prSet presAssocID="{A8EE92E5-FD2C-4E43-BADB-EEF2FB5D001B}" presName="node" presStyleLbl="node1" presStyleIdx="5" presStyleCnt="8">
        <dgm:presLayoutVars>
          <dgm:bulletEnabled val="1"/>
        </dgm:presLayoutVars>
      </dgm:prSet>
      <dgm:spPr/>
    </dgm:pt>
    <dgm:pt modelId="{A7D19F91-FCF4-4431-8F16-2A1BD92BAD5F}" type="pres">
      <dgm:prSet presAssocID="{8607F126-CC87-401D-8A74-B3A5F4B2C7B1}" presName="sibTrans" presStyleCnt="0"/>
      <dgm:spPr/>
    </dgm:pt>
    <dgm:pt modelId="{C027FBD8-C473-44E9-AC30-140750CFD9FA}" type="pres">
      <dgm:prSet presAssocID="{AC0BEFC5-9A88-463D-97B7-1B48A138725F}" presName="node" presStyleLbl="node1" presStyleIdx="6" presStyleCnt="8">
        <dgm:presLayoutVars>
          <dgm:bulletEnabled val="1"/>
        </dgm:presLayoutVars>
      </dgm:prSet>
      <dgm:spPr/>
    </dgm:pt>
    <dgm:pt modelId="{AFED563D-4912-4F29-8DB0-09AD41371155}" type="pres">
      <dgm:prSet presAssocID="{2BDBB30E-A311-440F-8D2D-289029C6EB49}" presName="sibTrans" presStyleCnt="0"/>
      <dgm:spPr/>
    </dgm:pt>
    <dgm:pt modelId="{B394F554-27F1-44AF-9D99-BDCFD660F8DE}" type="pres">
      <dgm:prSet presAssocID="{36E0803E-5A00-4054-BC06-D8D7EF994659}" presName="node" presStyleLbl="node1" presStyleIdx="7" presStyleCnt="8">
        <dgm:presLayoutVars>
          <dgm:bulletEnabled val="1"/>
        </dgm:presLayoutVars>
      </dgm:prSet>
      <dgm:spPr/>
    </dgm:pt>
  </dgm:ptLst>
  <dgm:cxnLst>
    <dgm:cxn modelId="{32F7F505-B853-4CD8-9EC1-97FEE3A26CCA}" type="presOf" srcId="{A8EE92E5-FD2C-4E43-BADB-EEF2FB5D001B}" destId="{2ACC9E04-3B0A-44AD-B48B-2D15227673A1}" srcOrd="0" destOrd="0" presId="urn:microsoft.com/office/officeart/2005/8/layout/default"/>
    <dgm:cxn modelId="{DD62B307-9119-435A-BF10-70272649C3CB}" type="presOf" srcId="{36E0803E-5A00-4054-BC06-D8D7EF994659}" destId="{B394F554-27F1-44AF-9D99-BDCFD660F8DE}" srcOrd="0" destOrd="0" presId="urn:microsoft.com/office/officeart/2005/8/layout/default"/>
    <dgm:cxn modelId="{01FC980B-8653-4777-BDFC-820BB4B83A1E}" type="presOf" srcId="{AC0BEFC5-9A88-463D-97B7-1B48A138725F}" destId="{C027FBD8-C473-44E9-AC30-140750CFD9FA}" srcOrd="0" destOrd="0" presId="urn:microsoft.com/office/officeart/2005/8/layout/default"/>
    <dgm:cxn modelId="{B5A0091F-73E6-4581-9F76-DD6AE09DE962}" type="presOf" srcId="{D3F58176-B150-4999-A3E5-672C81C3526F}" destId="{1A315A6C-5EB6-43AA-BD31-110D5986181A}" srcOrd="0" destOrd="0" presId="urn:microsoft.com/office/officeart/2005/8/layout/default"/>
    <dgm:cxn modelId="{5F551424-265D-41BC-8CA1-A6429465E443}" srcId="{07E19D46-F7E9-426B-BC8C-CE2F734C430C}" destId="{D3F58176-B150-4999-A3E5-672C81C3526F}" srcOrd="0" destOrd="0" parTransId="{B3A5415A-DBFE-4416-9AAE-E7995A87592E}" sibTransId="{516C2A0C-E9BA-46F8-BC27-609D5FC3726D}"/>
    <dgm:cxn modelId="{B708C43F-884C-4D6E-A747-C95DF587B1D9}" srcId="{07E19D46-F7E9-426B-BC8C-CE2F734C430C}" destId="{894A5E73-1CD0-418C-BAB0-FD27A4F24538}" srcOrd="1" destOrd="0" parTransId="{B5835DB9-822F-450E-B46F-7CBB15BED24D}" sibTransId="{BA3B285D-F497-4FB4-B067-E9A2D355C90B}"/>
    <dgm:cxn modelId="{D9629845-9E5C-4336-9A5D-F5B29186AE8A}" type="presOf" srcId="{96804EEA-5B60-4B1D-A0FA-03BD2E75BA12}" destId="{121BC8C8-333B-49D8-A8FF-8382CE4DD0CE}" srcOrd="0" destOrd="0" presId="urn:microsoft.com/office/officeart/2005/8/layout/default"/>
    <dgm:cxn modelId="{DD7FC568-E2BD-4898-B12F-09CB65B1A7E4}" type="presOf" srcId="{2BA456C5-00EA-4742-9C6B-B4DFFA0FE56C}" destId="{4A00F12F-825A-4767-924A-081C1B78137E}" srcOrd="0" destOrd="0" presId="urn:microsoft.com/office/officeart/2005/8/layout/default"/>
    <dgm:cxn modelId="{DF5EB957-DBA4-46CF-810C-DC170F837056}" type="presOf" srcId="{C65E2281-68ED-4837-9CBC-47CD1A74BB01}" destId="{4063F1C3-1A10-4880-9AF6-C2B6F04A14DC}" srcOrd="0" destOrd="0" presId="urn:microsoft.com/office/officeart/2005/8/layout/default"/>
    <dgm:cxn modelId="{F25EBB7E-96B1-4D7B-8E7D-FB77D7852DD6}" srcId="{07E19D46-F7E9-426B-BC8C-CE2F734C430C}" destId="{96804EEA-5B60-4B1D-A0FA-03BD2E75BA12}" srcOrd="3" destOrd="0" parTransId="{F0AF258E-E249-44CC-84E0-E581410DD03F}" sibTransId="{E4C4C60D-0CF1-4B16-B6DD-38CD29ABFBB3}"/>
    <dgm:cxn modelId="{D2ECF684-E11C-4696-84EE-C81EC69072DE}" srcId="{07E19D46-F7E9-426B-BC8C-CE2F734C430C}" destId="{C65E2281-68ED-4837-9CBC-47CD1A74BB01}" srcOrd="4" destOrd="0" parTransId="{419BF663-DD16-4C38-B0A6-572CB8A31B9D}" sibTransId="{84E870F0-D43E-4E12-8634-BABEBD76BF1E}"/>
    <dgm:cxn modelId="{D9966C98-9A59-4FE7-AECA-40CC91BC8E44}" type="presOf" srcId="{894A5E73-1CD0-418C-BAB0-FD27A4F24538}" destId="{744609E2-A848-4C65-8A82-91CFA5B8F6DA}" srcOrd="0" destOrd="0" presId="urn:microsoft.com/office/officeart/2005/8/layout/default"/>
    <dgm:cxn modelId="{7613679F-A9C6-4476-9407-3BEDB4A61AEE}" srcId="{07E19D46-F7E9-426B-BC8C-CE2F734C430C}" destId="{A8EE92E5-FD2C-4E43-BADB-EEF2FB5D001B}" srcOrd="5" destOrd="0" parTransId="{E51A15B8-B5FA-4125-8766-15D0A0EAB075}" sibTransId="{8607F126-CC87-401D-8A74-B3A5F4B2C7B1}"/>
    <dgm:cxn modelId="{C66ED0A5-D2E2-49F5-B582-9D93BABE4EFE}" srcId="{07E19D46-F7E9-426B-BC8C-CE2F734C430C}" destId="{36E0803E-5A00-4054-BC06-D8D7EF994659}" srcOrd="7" destOrd="0" parTransId="{DF2C7E61-A2FB-43EE-9F29-BAC642D21D4D}" sibTransId="{49B9C4D6-4D59-4115-8849-53BF23BBD78F}"/>
    <dgm:cxn modelId="{F54971B1-F3ED-4129-9B7E-7FE95730500D}" type="presOf" srcId="{07E19D46-F7E9-426B-BC8C-CE2F734C430C}" destId="{B7C22B1A-3E03-4408-8A82-39D1A0D52EE5}" srcOrd="0" destOrd="0" presId="urn:microsoft.com/office/officeart/2005/8/layout/default"/>
    <dgm:cxn modelId="{8E0693D1-A1CE-4C30-ACA9-6C86CF42F909}" srcId="{07E19D46-F7E9-426B-BC8C-CE2F734C430C}" destId="{2BA456C5-00EA-4742-9C6B-B4DFFA0FE56C}" srcOrd="2" destOrd="0" parTransId="{EBCB449D-50F0-4058-B899-E291BBA5C57A}" sibTransId="{48204C52-DCFB-4D65-B95F-8D9AD8EEF36D}"/>
    <dgm:cxn modelId="{6B5AA1E0-9B20-4EDB-AB5F-F9B5FD1BDCD7}" srcId="{07E19D46-F7E9-426B-BC8C-CE2F734C430C}" destId="{AC0BEFC5-9A88-463D-97B7-1B48A138725F}" srcOrd="6" destOrd="0" parTransId="{87168A3B-78BF-469B-8D72-408CB14E3F2E}" sibTransId="{2BDBB30E-A311-440F-8D2D-289029C6EB49}"/>
    <dgm:cxn modelId="{942CCD0A-2FA7-48B1-97FA-DAB4478A8CD2}" type="presParOf" srcId="{B7C22B1A-3E03-4408-8A82-39D1A0D52EE5}" destId="{1A315A6C-5EB6-43AA-BD31-110D5986181A}" srcOrd="0" destOrd="0" presId="urn:microsoft.com/office/officeart/2005/8/layout/default"/>
    <dgm:cxn modelId="{30541854-35C4-4291-A31E-ED743D8DAB6C}" type="presParOf" srcId="{B7C22B1A-3E03-4408-8A82-39D1A0D52EE5}" destId="{C4534CA3-A5DE-4834-A293-D72AD219FBC6}" srcOrd="1" destOrd="0" presId="urn:microsoft.com/office/officeart/2005/8/layout/default"/>
    <dgm:cxn modelId="{7C313FBD-4E43-4D68-8829-A71BB76529CD}" type="presParOf" srcId="{B7C22B1A-3E03-4408-8A82-39D1A0D52EE5}" destId="{744609E2-A848-4C65-8A82-91CFA5B8F6DA}" srcOrd="2" destOrd="0" presId="urn:microsoft.com/office/officeart/2005/8/layout/default"/>
    <dgm:cxn modelId="{E08A504F-3CA2-4EB5-8E7C-ADD2B4C7A846}" type="presParOf" srcId="{B7C22B1A-3E03-4408-8A82-39D1A0D52EE5}" destId="{335C6922-0E78-42DA-88E5-C9415BF5A67B}" srcOrd="3" destOrd="0" presId="urn:microsoft.com/office/officeart/2005/8/layout/default"/>
    <dgm:cxn modelId="{A51F859C-D4F0-4DAD-9F92-169E9716331A}" type="presParOf" srcId="{B7C22B1A-3E03-4408-8A82-39D1A0D52EE5}" destId="{4A00F12F-825A-4767-924A-081C1B78137E}" srcOrd="4" destOrd="0" presId="urn:microsoft.com/office/officeart/2005/8/layout/default"/>
    <dgm:cxn modelId="{CB730218-FB67-43BE-809D-AA1F984D14D5}" type="presParOf" srcId="{B7C22B1A-3E03-4408-8A82-39D1A0D52EE5}" destId="{E69ECE1E-F3FB-4447-A978-50ECD081FBA6}" srcOrd="5" destOrd="0" presId="urn:microsoft.com/office/officeart/2005/8/layout/default"/>
    <dgm:cxn modelId="{ACCD737F-ECBC-4FDD-9D55-B23C9727A5B1}" type="presParOf" srcId="{B7C22B1A-3E03-4408-8A82-39D1A0D52EE5}" destId="{121BC8C8-333B-49D8-A8FF-8382CE4DD0CE}" srcOrd="6" destOrd="0" presId="urn:microsoft.com/office/officeart/2005/8/layout/default"/>
    <dgm:cxn modelId="{88B8F9A8-3BCB-4BBE-BEA3-1011FB5F342F}" type="presParOf" srcId="{B7C22B1A-3E03-4408-8A82-39D1A0D52EE5}" destId="{F4A1EF7D-D38E-463E-9BCD-E3D6053758DE}" srcOrd="7" destOrd="0" presId="urn:microsoft.com/office/officeart/2005/8/layout/default"/>
    <dgm:cxn modelId="{2DC0549A-A55C-457A-9266-F5314B554703}" type="presParOf" srcId="{B7C22B1A-3E03-4408-8A82-39D1A0D52EE5}" destId="{4063F1C3-1A10-4880-9AF6-C2B6F04A14DC}" srcOrd="8" destOrd="0" presId="urn:microsoft.com/office/officeart/2005/8/layout/default"/>
    <dgm:cxn modelId="{4F4EC494-A06F-4811-A20E-D749B25AC390}" type="presParOf" srcId="{B7C22B1A-3E03-4408-8A82-39D1A0D52EE5}" destId="{F0DF34A3-FD37-4181-B83A-EA5CCDA47CEE}" srcOrd="9" destOrd="0" presId="urn:microsoft.com/office/officeart/2005/8/layout/default"/>
    <dgm:cxn modelId="{E78922C5-C216-4388-A971-88B4B0C13E6E}" type="presParOf" srcId="{B7C22B1A-3E03-4408-8A82-39D1A0D52EE5}" destId="{2ACC9E04-3B0A-44AD-B48B-2D15227673A1}" srcOrd="10" destOrd="0" presId="urn:microsoft.com/office/officeart/2005/8/layout/default"/>
    <dgm:cxn modelId="{1CAB745F-6396-4DAA-93C4-BE28011C8D6B}" type="presParOf" srcId="{B7C22B1A-3E03-4408-8A82-39D1A0D52EE5}" destId="{A7D19F91-FCF4-4431-8F16-2A1BD92BAD5F}" srcOrd="11" destOrd="0" presId="urn:microsoft.com/office/officeart/2005/8/layout/default"/>
    <dgm:cxn modelId="{DF4555C7-0179-41A3-8413-86AFB34802A9}" type="presParOf" srcId="{B7C22B1A-3E03-4408-8A82-39D1A0D52EE5}" destId="{C027FBD8-C473-44E9-AC30-140750CFD9FA}" srcOrd="12" destOrd="0" presId="urn:microsoft.com/office/officeart/2005/8/layout/default"/>
    <dgm:cxn modelId="{9DE5723A-34CA-49B8-9EE2-03DC385AC72F}" type="presParOf" srcId="{B7C22B1A-3E03-4408-8A82-39D1A0D52EE5}" destId="{AFED563D-4912-4F29-8DB0-09AD41371155}" srcOrd="13" destOrd="0" presId="urn:microsoft.com/office/officeart/2005/8/layout/default"/>
    <dgm:cxn modelId="{1AB93285-5C4A-4B7F-A338-B36D802BF338}" type="presParOf" srcId="{B7C22B1A-3E03-4408-8A82-39D1A0D52EE5}" destId="{B394F554-27F1-44AF-9D99-BDCFD660F8DE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A1063F-D318-4294-8CB5-3B7DE43F4676}" type="doc">
      <dgm:prSet loTypeId="urn:microsoft.com/office/officeart/2005/8/layout/defaul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6DCBA6C-582B-432A-A77C-656DD75E1E63}">
      <dgm:prSet custT="1"/>
      <dgm:spPr/>
      <dgm:t>
        <a:bodyPr/>
        <a:lstStyle/>
        <a:p>
          <a:r>
            <a:rPr lang="en-US" sz="2000" dirty="0"/>
            <a:t>🎯 The "Big 5" are Remarkably Close Teams ranked 2-5 (Nigeria, Ivory Coast, Cameroon, Morocco) have win probabilities within 1.4 percentage points (9.8% - 11.2%).</a:t>
          </a:r>
        </a:p>
      </dgm:t>
    </dgm:pt>
    <dgm:pt modelId="{B0D28A7D-19FF-421A-8FD3-61B0910DCA8A}" type="parTrans" cxnId="{A867A71A-45FE-49FB-BFA6-FBDE7B8ADD1E}">
      <dgm:prSet/>
      <dgm:spPr/>
      <dgm:t>
        <a:bodyPr/>
        <a:lstStyle/>
        <a:p>
          <a:endParaRPr lang="en-US"/>
        </a:p>
      </dgm:t>
    </dgm:pt>
    <dgm:pt modelId="{B11E455C-061A-45C7-B429-A03F35777C34}" type="sibTrans" cxnId="{A867A71A-45FE-49FB-BFA6-FBDE7B8ADD1E}">
      <dgm:prSet/>
      <dgm:spPr/>
      <dgm:t>
        <a:bodyPr/>
        <a:lstStyle/>
        <a:p>
          <a:endParaRPr lang="en-US"/>
        </a:p>
      </dgm:t>
    </dgm:pt>
    <dgm:pt modelId="{525865F0-1DD7-45F6-A699-93C2332E6690}">
      <dgm:prSet/>
      <dgm:spPr/>
      <dgm:t>
        <a:bodyPr/>
        <a:lstStyle/>
        <a:p>
          <a:r>
            <a:rPr lang="en-US" dirty="0"/>
            <a:t>The above suggests knockout stages will be highly competitive and unpredictable.</a:t>
          </a:r>
        </a:p>
      </dgm:t>
    </dgm:pt>
    <dgm:pt modelId="{F55BEC5D-2832-4BA4-9EEC-8AFAEDF3CD15}" type="parTrans" cxnId="{F7B10FDD-DE6C-4E71-9C0A-1028D3E73F56}">
      <dgm:prSet/>
      <dgm:spPr/>
      <dgm:t>
        <a:bodyPr/>
        <a:lstStyle/>
        <a:p>
          <a:endParaRPr lang="en-US"/>
        </a:p>
      </dgm:t>
    </dgm:pt>
    <dgm:pt modelId="{25AF9586-3752-49E0-984F-89B4FF1DEBD5}" type="sibTrans" cxnId="{F7B10FDD-DE6C-4E71-9C0A-1028D3E73F56}">
      <dgm:prSet/>
      <dgm:spPr/>
      <dgm:t>
        <a:bodyPr/>
        <a:lstStyle/>
        <a:p>
          <a:endParaRPr lang="en-US"/>
        </a:p>
      </dgm:t>
    </dgm:pt>
    <dgm:pt modelId="{58BE6F9E-C03A-4F58-9072-EFBE78C26858}">
      <dgm:prSet/>
      <dgm:spPr/>
      <dgm:t>
        <a:bodyPr/>
        <a:lstStyle/>
        <a:p>
          <a:r>
            <a:rPr lang="en-US" dirty="0"/>
            <a:t>🏠 Host Advantage is Real But Not Dominant </a:t>
          </a:r>
        </a:p>
      </dgm:t>
    </dgm:pt>
    <dgm:pt modelId="{6D636E8D-CA54-44FC-8AA8-A13D30C906D2}" type="parTrans" cxnId="{90480073-7824-4A10-B6D0-287B68EB9C58}">
      <dgm:prSet/>
      <dgm:spPr/>
      <dgm:t>
        <a:bodyPr/>
        <a:lstStyle/>
        <a:p>
          <a:endParaRPr lang="en-US"/>
        </a:p>
      </dgm:t>
    </dgm:pt>
    <dgm:pt modelId="{41D0AE5D-3FE0-4E31-93B6-AA6F150F9714}" type="sibTrans" cxnId="{90480073-7824-4A10-B6D0-287B68EB9C58}">
      <dgm:prSet/>
      <dgm:spPr/>
      <dgm:t>
        <a:bodyPr/>
        <a:lstStyle/>
        <a:p>
          <a:endParaRPr lang="en-US"/>
        </a:p>
      </dgm:t>
    </dgm:pt>
    <dgm:pt modelId="{95EAFD98-3D72-4977-8A70-AE9001CD1CB3}">
      <dgm:prSet custT="1"/>
      <dgm:spPr/>
      <dgm:t>
        <a:bodyPr/>
        <a:lstStyle/>
        <a:p>
          <a:r>
            <a:rPr lang="en-US" sz="2400" dirty="0"/>
            <a:t>Morocco ranks 5th despite hosting because:- Only 1 historical AFCON title (1976)- Lower points-per-game than top 4</a:t>
          </a:r>
        </a:p>
      </dgm:t>
    </dgm:pt>
    <dgm:pt modelId="{B57969BC-94F5-488B-8DF8-657E98BDCFD4}" type="parTrans" cxnId="{01FC43C0-7840-4EA2-B8EF-AAA7CE17F662}">
      <dgm:prSet/>
      <dgm:spPr/>
      <dgm:t>
        <a:bodyPr/>
        <a:lstStyle/>
        <a:p>
          <a:endParaRPr lang="en-US"/>
        </a:p>
      </dgm:t>
    </dgm:pt>
    <dgm:pt modelId="{52D945CE-1916-44F1-9C85-8F8AED0452BB}" type="sibTrans" cxnId="{01FC43C0-7840-4EA2-B8EF-AAA7CE17F662}">
      <dgm:prSet/>
      <dgm:spPr/>
      <dgm:t>
        <a:bodyPr/>
        <a:lstStyle/>
        <a:p>
          <a:endParaRPr lang="en-US"/>
        </a:p>
      </dgm:t>
    </dgm:pt>
    <dgm:pt modelId="{76F8B929-A01C-4B49-A8CE-432F5E44B967}">
      <dgm:prSet custT="1"/>
      <dgm:spPr/>
      <dgm:t>
        <a:bodyPr/>
        <a:lstStyle/>
        <a:p>
          <a:r>
            <a:rPr lang="en-US" sz="3200" dirty="0"/>
            <a:t>However: Host nations win ~47% historically</a:t>
          </a:r>
        </a:p>
      </dgm:t>
    </dgm:pt>
    <dgm:pt modelId="{466E9711-1C10-4719-A91E-78D76E292375}" type="parTrans" cxnId="{CF0E2399-F529-4C05-A5DC-5C7256E95CD3}">
      <dgm:prSet/>
      <dgm:spPr/>
      <dgm:t>
        <a:bodyPr/>
        <a:lstStyle/>
        <a:p>
          <a:endParaRPr lang="en-US"/>
        </a:p>
      </dgm:t>
    </dgm:pt>
    <dgm:pt modelId="{980D0E42-EDA9-42E9-8CEA-6FD78832C63F}" type="sibTrans" cxnId="{CF0E2399-F529-4C05-A5DC-5C7256E95CD3}">
      <dgm:prSet/>
      <dgm:spPr/>
      <dgm:t>
        <a:bodyPr/>
        <a:lstStyle/>
        <a:p>
          <a:endParaRPr lang="en-US"/>
        </a:p>
      </dgm:t>
    </dgm:pt>
    <dgm:pt modelId="{F2A7EE5B-E289-4D6E-A28A-63A988AAD445}" type="pres">
      <dgm:prSet presAssocID="{C7A1063F-D318-4294-8CB5-3B7DE43F4676}" presName="diagram" presStyleCnt="0">
        <dgm:presLayoutVars>
          <dgm:dir/>
          <dgm:resizeHandles val="exact"/>
        </dgm:presLayoutVars>
      </dgm:prSet>
      <dgm:spPr/>
    </dgm:pt>
    <dgm:pt modelId="{BB0A44DC-2A3A-42A4-919C-87ADFB7027AF}" type="pres">
      <dgm:prSet presAssocID="{06DCBA6C-582B-432A-A77C-656DD75E1E63}" presName="node" presStyleLbl="node1" presStyleIdx="0" presStyleCnt="5">
        <dgm:presLayoutVars>
          <dgm:bulletEnabled val="1"/>
        </dgm:presLayoutVars>
      </dgm:prSet>
      <dgm:spPr/>
    </dgm:pt>
    <dgm:pt modelId="{533D1D2A-616C-4DC5-B754-78598146C16B}" type="pres">
      <dgm:prSet presAssocID="{B11E455C-061A-45C7-B429-A03F35777C34}" presName="sibTrans" presStyleCnt="0"/>
      <dgm:spPr/>
    </dgm:pt>
    <dgm:pt modelId="{E085900F-C1C9-41D1-B4D1-1C9E60FEF425}" type="pres">
      <dgm:prSet presAssocID="{525865F0-1DD7-45F6-A699-93C2332E6690}" presName="node" presStyleLbl="node1" presStyleIdx="1" presStyleCnt="5">
        <dgm:presLayoutVars>
          <dgm:bulletEnabled val="1"/>
        </dgm:presLayoutVars>
      </dgm:prSet>
      <dgm:spPr/>
    </dgm:pt>
    <dgm:pt modelId="{AB5E420A-A113-4E8C-831C-5BF66219FFD7}" type="pres">
      <dgm:prSet presAssocID="{25AF9586-3752-49E0-984F-89B4FF1DEBD5}" presName="sibTrans" presStyleCnt="0"/>
      <dgm:spPr/>
    </dgm:pt>
    <dgm:pt modelId="{4C341172-EC9E-4396-9C92-E12F1F5BE4CD}" type="pres">
      <dgm:prSet presAssocID="{58BE6F9E-C03A-4F58-9072-EFBE78C26858}" presName="node" presStyleLbl="node1" presStyleIdx="2" presStyleCnt="5">
        <dgm:presLayoutVars>
          <dgm:bulletEnabled val="1"/>
        </dgm:presLayoutVars>
      </dgm:prSet>
      <dgm:spPr/>
    </dgm:pt>
    <dgm:pt modelId="{4AC6DE60-8432-4363-85F3-BB9B22AB0A86}" type="pres">
      <dgm:prSet presAssocID="{41D0AE5D-3FE0-4E31-93B6-AA6F150F9714}" presName="sibTrans" presStyleCnt="0"/>
      <dgm:spPr/>
    </dgm:pt>
    <dgm:pt modelId="{59CC7051-1BA5-485E-8E2D-806E0E9A80F3}" type="pres">
      <dgm:prSet presAssocID="{95EAFD98-3D72-4977-8A70-AE9001CD1CB3}" presName="node" presStyleLbl="node1" presStyleIdx="3" presStyleCnt="5">
        <dgm:presLayoutVars>
          <dgm:bulletEnabled val="1"/>
        </dgm:presLayoutVars>
      </dgm:prSet>
      <dgm:spPr/>
    </dgm:pt>
    <dgm:pt modelId="{37958B9C-5C60-4102-8ABE-1BA445649551}" type="pres">
      <dgm:prSet presAssocID="{52D945CE-1916-44F1-9C85-8F8AED0452BB}" presName="sibTrans" presStyleCnt="0"/>
      <dgm:spPr/>
    </dgm:pt>
    <dgm:pt modelId="{C63D2E26-AD41-45DD-A5C2-2CA928F10AB2}" type="pres">
      <dgm:prSet presAssocID="{76F8B929-A01C-4B49-A8CE-432F5E44B967}" presName="node" presStyleLbl="node1" presStyleIdx="4" presStyleCnt="5">
        <dgm:presLayoutVars>
          <dgm:bulletEnabled val="1"/>
        </dgm:presLayoutVars>
      </dgm:prSet>
      <dgm:spPr/>
    </dgm:pt>
  </dgm:ptLst>
  <dgm:cxnLst>
    <dgm:cxn modelId="{DCF7A900-449F-4CAD-82F0-790AA14FA065}" type="presOf" srcId="{525865F0-1DD7-45F6-A699-93C2332E6690}" destId="{E085900F-C1C9-41D1-B4D1-1C9E60FEF425}" srcOrd="0" destOrd="0" presId="urn:microsoft.com/office/officeart/2005/8/layout/default"/>
    <dgm:cxn modelId="{A867A71A-45FE-49FB-BFA6-FBDE7B8ADD1E}" srcId="{C7A1063F-D318-4294-8CB5-3B7DE43F4676}" destId="{06DCBA6C-582B-432A-A77C-656DD75E1E63}" srcOrd="0" destOrd="0" parTransId="{B0D28A7D-19FF-421A-8FD3-61B0910DCA8A}" sibTransId="{B11E455C-061A-45C7-B429-A03F35777C34}"/>
    <dgm:cxn modelId="{90480073-7824-4A10-B6D0-287B68EB9C58}" srcId="{C7A1063F-D318-4294-8CB5-3B7DE43F4676}" destId="{58BE6F9E-C03A-4F58-9072-EFBE78C26858}" srcOrd="2" destOrd="0" parTransId="{6D636E8D-CA54-44FC-8AA8-A13D30C906D2}" sibTransId="{41D0AE5D-3FE0-4E31-93B6-AA6F150F9714}"/>
    <dgm:cxn modelId="{4702708A-C48C-439F-8183-68C1DE069DE2}" type="presOf" srcId="{58BE6F9E-C03A-4F58-9072-EFBE78C26858}" destId="{4C341172-EC9E-4396-9C92-E12F1F5BE4CD}" srcOrd="0" destOrd="0" presId="urn:microsoft.com/office/officeart/2005/8/layout/default"/>
    <dgm:cxn modelId="{CF0E2399-F529-4C05-A5DC-5C7256E95CD3}" srcId="{C7A1063F-D318-4294-8CB5-3B7DE43F4676}" destId="{76F8B929-A01C-4B49-A8CE-432F5E44B967}" srcOrd="4" destOrd="0" parTransId="{466E9711-1C10-4719-A91E-78D76E292375}" sibTransId="{980D0E42-EDA9-42E9-8CEA-6FD78832C63F}"/>
    <dgm:cxn modelId="{E3C2AEAA-0887-44A8-B7E3-BF4CC76BF9B1}" type="presOf" srcId="{76F8B929-A01C-4B49-A8CE-432F5E44B967}" destId="{C63D2E26-AD41-45DD-A5C2-2CA928F10AB2}" srcOrd="0" destOrd="0" presId="urn:microsoft.com/office/officeart/2005/8/layout/default"/>
    <dgm:cxn modelId="{01FC43C0-7840-4EA2-B8EF-AAA7CE17F662}" srcId="{C7A1063F-D318-4294-8CB5-3B7DE43F4676}" destId="{95EAFD98-3D72-4977-8A70-AE9001CD1CB3}" srcOrd="3" destOrd="0" parTransId="{B57969BC-94F5-488B-8DF8-657E98BDCFD4}" sibTransId="{52D945CE-1916-44F1-9C85-8F8AED0452BB}"/>
    <dgm:cxn modelId="{F7B10FDD-DE6C-4E71-9C0A-1028D3E73F56}" srcId="{C7A1063F-D318-4294-8CB5-3B7DE43F4676}" destId="{525865F0-1DD7-45F6-A699-93C2332E6690}" srcOrd="1" destOrd="0" parTransId="{F55BEC5D-2832-4BA4-9EEC-8AFAEDF3CD15}" sibTransId="{25AF9586-3752-49E0-984F-89B4FF1DEBD5}"/>
    <dgm:cxn modelId="{BF459AEB-0B6D-403F-81BD-031BFC042DC3}" type="presOf" srcId="{95EAFD98-3D72-4977-8A70-AE9001CD1CB3}" destId="{59CC7051-1BA5-485E-8E2D-806E0E9A80F3}" srcOrd="0" destOrd="0" presId="urn:microsoft.com/office/officeart/2005/8/layout/default"/>
    <dgm:cxn modelId="{09A043EC-45D0-467D-ABEB-0EBBAB594FF5}" type="presOf" srcId="{C7A1063F-D318-4294-8CB5-3B7DE43F4676}" destId="{F2A7EE5B-E289-4D6E-A28A-63A988AAD445}" srcOrd="0" destOrd="0" presId="urn:microsoft.com/office/officeart/2005/8/layout/default"/>
    <dgm:cxn modelId="{4100C9F5-05F6-4229-B25A-261BAC5CCD62}" type="presOf" srcId="{06DCBA6C-582B-432A-A77C-656DD75E1E63}" destId="{BB0A44DC-2A3A-42A4-919C-87ADFB7027AF}" srcOrd="0" destOrd="0" presId="urn:microsoft.com/office/officeart/2005/8/layout/default"/>
    <dgm:cxn modelId="{1E9058DA-57DA-4A99-B915-C05C62B0B900}" type="presParOf" srcId="{F2A7EE5B-E289-4D6E-A28A-63A988AAD445}" destId="{BB0A44DC-2A3A-42A4-919C-87ADFB7027AF}" srcOrd="0" destOrd="0" presId="urn:microsoft.com/office/officeart/2005/8/layout/default"/>
    <dgm:cxn modelId="{211FABB6-6506-4FF9-9854-A4223ABAA909}" type="presParOf" srcId="{F2A7EE5B-E289-4D6E-A28A-63A988AAD445}" destId="{533D1D2A-616C-4DC5-B754-78598146C16B}" srcOrd="1" destOrd="0" presId="urn:microsoft.com/office/officeart/2005/8/layout/default"/>
    <dgm:cxn modelId="{E02EE267-8A9B-44CB-8F7B-2D8A56EE38CC}" type="presParOf" srcId="{F2A7EE5B-E289-4D6E-A28A-63A988AAD445}" destId="{E085900F-C1C9-41D1-B4D1-1C9E60FEF425}" srcOrd="2" destOrd="0" presId="urn:microsoft.com/office/officeart/2005/8/layout/default"/>
    <dgm:cxn modelId="{3ADE1B2F-4913-46D7-84AF-22C275262D12}" type="presParOf" srcId="{F2A7EE5B-E289-4D6E-A28A-63A988AAD445}" destId="{AB5E420A-A113-4E8C-831C-5BF66219FFD7}" srcOrd="3" destOrd="0" presId="urn:microsoft.com/office/officeart/2005/8/layout/default"/>
    <dgm:cxn modelId="{C7D44B5C-B74B-452C-83BD-887B6DB7FC52}" type="presParOf" srcId="{F2A7EE5B-E289-4D6E-A28A-63A988AAD445}" destId="{4C341172-EC9E-4396-9C92-E12F1F5BE4CD}" srcOrd="4" destOrd="0" presId="urn:microsoft.com/office/officeart/2005/8/layout/default"/>
    <dgm:cxn modelId="{D8B52B2F-C188-402B-8A0A-6804AE345DBC}" type="presParOf" srcId="{F2A7EE5B-E289-4D6E-A28A-63A988AAD445}" destId="{4AC6DE60-8432-4363-85F3-BB9B22AB0A86}" srcOrd="5" destOrd="0" presId="urn:microsoft.com/office/officeart/2005/8/layout/default"/>
    <dgm:cxn modelId="{FE285C27-E41B-4207-8133-9B3DDE714B1A}" type="presParOf" srcId="{F2A7EE5B-E289-4D6E-A28A-63A988AAD445}" destId="{59CC7051-1BA5-485E-8E2D-806E0E9A80F3}" srcOrd="6" destOrd="0" presId="urn:microsoft.com/office/officeart/2005/8/layout/default"/>
    <dgm:cxn modelId="{40065622-079E-488B-86F2-7A418D2C0CCD}" type="presParOf" srcId="{F2A7EE5B-E289-4D6E-A28A-63A988AAD445}" destId="{37958B9C-5C60-4102-8ABE-1BA445649551}" srcOrd="7" destOrd="0" presId="urn:microsoft.com/office/officeart/2005/8/layout/default"/>
    <dgm:cxn modelId="{FBC2A141-08EF-4ABC-85E4-748454E28CB0}" type="presParOf" srcId="{F2A7EE5B-E289-4D6E-A28A-63A988AAD445}" destId="{C63D2E26-AD41-45DD-A5C2-2CA928F10AB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7918A3-A934-4550-BA6D-0C2467C1A89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6C09848-6512-400A-92F1-C6B1A9A89288}">
      <dgm:prSet/>
      <dgm:spPr/>
      <dgm:t>
        <a:bodyPr/>
        <a:lstStyle/>
        <a:p>
          <a:r>
            <a:rPr lang="en-US"/>
            <a:t>🌟 Dark Horses to Watch</a:t>
          </a:r>
        </a:p>
      </dgm:t>
    </dgm:pt>
    <dgm:pt modelId="{5721EC7F-0F20-43BA-9816-2628C0E9CBB1}" type="parTrans" cxnId="{9D01D908-7D37-4AAE-9EB2-E5A2061D06DA}">
      <dgm:prSet/>
      <dgm:spPr/>
      <dgm:t>
        <a:bodyPr/>
        <a:lstStyle/>
        <a:p>
          <a:endParaRPr lang="en-US"/>
        </a:p>
      </dgm:t>
    </dgm:pt>
    <dgm:pt modelId="{D9BECC36-F842-426F-ADC5-3158D3C7BA22}" type="sibTrans" cxnId="{9D01D908-7D37-4AAE-9EB2-E5A2061D06DA}">
      <dgm:prSet/>
      <dgm:spPr/>
      <dgm:t>
        <a:bodyPr/>
        <a:lstStyle/>
        <a:p>
          <a:endParaRPr lang="en-US"/>
        </a:p>
      </dgm:t>
    </dgm:pt>
    <dgm:pt modelId="{7B2B71CE-A537-4EB3-ACFC-4DF95B1D1ADB}">
      <dgm:prSet/>
      <dgm:spPr/>
      <dgm:t>
        <a:bodyPr/>
        <a:lstStyle/>
        <a:p>
          <a:r>
            <a:rPr lang="en-US" dirty="0"/>
            <a:t>Algeria (6.4%): 2 titles, strong recent form</a:t>
          </a:r>
        </a:p>
      </dgm:t>
    </dgm:pt>
    <dgm:pt modelId="{A6BDBDA5-16BC-4E14-B463-3019223CB114}" type="parTrans" cxnId="{840359CD-6728-4F34-9EB5-94C1BDD95834}">
      <dgm:prSet/>
      <dgm:spPr/>
      <dgm:t>
        <a:bodyPr/>
        <a:lstStyle/>
        <a:p>
          <a:endParaRPr lang="en-US"/>
        </a:p>
      </dgm:t>
    </dgm:pt>
    <dgm:pt modelId="{1A4309C1-E8DE-45AE-AF48-24D0455A280D}" type="sibTrans" cxnId="{840359CD-6728-4F34-9EB5-94C1BDD95834}">
      <dgm:prSet/>
      <dgm:spPr/>
      <dgm:t>
        <a:bodyPr/>
        <a:lstStyle/>
        <a:p>
          <a:endParaRPr lang="en-US"/>
        </a:p>
      </dgm:t>
    </dgm:pt>
    <dgm:pt modelId="{CDBE1044-8667-4E71-8984-3EDA7BAFAFC2}">
      <dgm:prSet/>
      <dgm:spPr/>
      <dgm:t>
        <a:bodyPr/>
        <a:lstStyle/>
        <a:p>
          <a:r>
            <a:rPr lang="en-US"/>
            <a:t>Senegal(5.4%): Defending champions (2021)</a:t>
          </a:r>
        </a:p>
      </dgm:t>
    </dgm:pt>
    <dgm:pt modelId="{DEF7CCB2-BB9E-41EB-BD52-01A1F907EFF6}" type="parTrans" cxnId="{22BD45FC-F8BF-42C5-8C63-4552992F4AF1}">
      <dgm:prSet/>
      <dgm:spPr/>
      <dgm:t>
        <a:bodyPr/>
        <a:lstStyle/>
        <a:p>
          <a:endParaRPr lang="en-US"/>
        </a:p>
      </dgm:t>
    </dgm:pt>
    <dgm:pt modelId="{CE0EDE8F-CDE2-4284-9562-DE6C79AB6935}" type="sibTrans" cxnId="{22BD45FC-F8BF-42C5-8C63-4552992F4AF1}">
      <dgm:prSet/>
      <dgm:spPr/>
      <dgm:t>
        <a:bodyPr/>
        <a:lstStyle/>
        <a:p>
          <a:endParaRPr lang="en-US"/>
        </a:p>
      </dgm:t>
    </dgm:pt>
    <dgm:pt modelId="{83628D0D-31EF-412C-B6E9-0E5111D741EA}">
      <dgm:prSet/>
      <dgm:spPr/>
      <dgm:t>
        <a:bodyPr/>
        <a:lstStyle/>
        <a:p>
          <a:r>
            <a:rPr lang="en-US"/>
            <a:t>DR Congo </a:t>
          </a:r>
        </a:p>
      </dgm:t>
    </dgm:pt>
    <dgm:pt modelId="{03534D2E-D424-4F94-8987-E6E11C64C4DB}" type="parTrans" cxnId="{E223BC8F-E179-4833-B750-76F910CCAAC9}">
      <dgm:prSet/>
      <dgm:spPr/>
      <dgm:t>
        <a:bodyPr/>
        <a:lstStyle/>
        <a:p>
          <a:endParaRPr lang="en-US"/>
        </a:p>
      </dgm:t>
    </dgm:pt>
    <dgm:pt modelId="{81BB8034-AD31-423C-8544-42F1E7CC833C}" type="sibTrans" cxnId="{E223BC8F-E179-4833-B750-76F910CCAAC9}">
      <dgm:prSet/>
      <dgm:spPr/>
      <dgm:t>
        <a:bodyPr/>
        <a:lstStyle/>
        <a:p>
          <a:endParaRPr lang="en-US"/>
        </a:p>
      </dgm:t>
    </dgm:pt>
    <dgm:pt modelId="{27856609-64E5-47EE-8087-3736EB1FB879}">
      <dgm:prSet/>
      <dgm:spPr/>
      <dgm:t>
        <a:bodyPr/>
        <a:lstStyle/>
        <a:p>
          <a:r>
            <a:rPr lang="en-US"/>
            <a:t>(5.4%): 2 titles, unpredictable in knockouts</a:t>
          </a:r>
        </a:p>
      </dgm:t>
    </dgm:pt>
    <dgm:pt modelId="{90D385DF-F585-453D-B5D0-FD0B1378BCE5}" type="parTrans" cxnId="{DF83A82C-C89E-4A4E-90B0-0712DC542A8D}">
      <dgm:prSet/>
      <dgm:spPr/>
      <dgm:t>
        <a:bodyPr/>
        <a:lstStyle/>
        <a:p>
          <a:endParaRPr lang="en-US"/>
        </a:p>
      </dgm:t>
    </dgm:pt>
    <dgm:pt modelId="{608918CD-0848-46D0-AB58-0491FA5942DE}" type="sibTrans" cxnId="{DF83A82C-C89E-4A4E-90B0-0712DC542A8D}">
      <dgm:prSet/>
      <dgm:spPr/>
      <dgm:t>
        <a:bodyPr/>
        <a:lstStyle/>
        <a:p>
          <a:endParaRPr lang="en-US"/>
        </a:p>
      </dgm:t>
    </dgm:pt>
    <dgm:pt modelId="{8BCCCF95-08DC-464A-8D16-5E4450996C3C}" type="pres">
      <dgm:prSet presAssocID="{BC7918A3-A934-4550-BA6D-0C2467C1A894}" presName="linear" presStyleCnt="0">
        <dgm:presLayoutVars>
          <dgm:animLvl val="lvl"/>
          <dgm:resizeHandles val="exact"/>
        </dgm:presLayoutVars>
      </dgm:prSet>
      <dgm:spPr/>
    </dgm:pt>
    <dgm:pt modelId="{6804C104-9B8E-4CC2-9EDC-56DB20128ED2}" type="pres">
      <dgm:prSet presAssocID="{36C09848-6512-400A-92F1-C6B1A9A8928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76421EF-C7D1-4FEC-97DB-7F690449D27E}" type="pres">
      <dgm:prSet presAssocID="{D9BECC36-F842-426F-ADC5-3158D3C7BA22}" presName="spacer" presStyleCnt="0"/>
      <dgm:spPr/>
    </dgm:pt>
    <dgm:pt modelId="{DD21E75D-D43B-4FDC-926E-B0662AAD50BC}" type="pres">
      <dgm:prSet presAssocID="{7B2B71CE-A537-4EB3-ACFC-4DF95B1D1AD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853DBD7-A2F6-4E2C-B9EA-37AFAA2FA6F8}" type="pres">
      <dgm:prSet presAssocID="{1A4309C1-E8DE-45AE-AF48-24D0455A280D}" presName="spacer" presStyleCnt="0"/>
      <dgm:spPr/>
    </dgm:pt>
    <dgm:pt modelId="{FDE8B38B-6E57-4CFB-A4B6-687995BC0743}" type="pres">
      <dgm:prSet presAssocID="{CDBE1044-8667-4E71-8984-3EDA7BAFAFC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3DB45BE-A8B8-41A7-BF16-619FCCAE3361}" type="pres">
      <dgm:prSet presAssocID="{CE0EDE8F-CDE2-4284-9562-DE6C79AB6935}" presName="spacer" presStyleCnt="0"/>
      <dgm:spPr/>
    </dgm:pt>
    <dgm:pt modelId="{A6F54B15-C983-4CA3-9A75-2A99246C944A}" type="pres">
      <dgm:prSet presAssocID="{83628D0D-31EF-412C-B6E9-0E5111D741E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4632926-91B1-4FA7-8C5B-E929D28610BC}" type="pres">
      <dgm:prSet presAssocID="{81BB8034-AD31-423C-8544-42F1E7CC833C}" presName="spacer" presStyleCnt="0"/>
      <dgm:spPr/>
    </dgm:pt>
    <dgm:pt modelId="{019811D4-2AF8-476E-8B94-2048D483FF00}" type="pres">
      <dgm:prSet presAssocID="{27856609-64E5-47EE-8087-3736EB1FB87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2666805-1939-4AC7-BF0E-252CAE9E33CC}" type="presOf" srcId="{BC7918A3-A934-4550-BA6D-0C2467C1A894}" destId="{8BCCCF95-08DC-464A-8D16-5E4450996C3C}" srcOrd="0" destOrd="0" presId="urn:microsoft.com/office/officeart/2005/8/layout/vList2"/>
    <dgm:cxn modelId="{9D01D908-7D37-4AAE-9EB2-E5A2061D06DA}" srcId="{BC7918A3-A934-4550-BA6D-0C2467C1A894}" destId="{36C09848-6512-400A-92F1-C6B1A9A89288}" srcOrd="0" destOrd="0" parTransId="{5721EC7F-0F20-43BA-9816-2628C0E9CBB1}" sibTransId="{D9BECC36-F842-426F-ADC5-3158D3C7BA22}"/>
    <dgm:cxn modelId="{DF83A82C-C89E-4A4E-90B0-0712DC542A8D}" srcId="{BC7918A3-A934-4550-BA6D-0C2467C1A894}" destId="{27856609-64E5-47EE-8087-3736EB1FB879}" srcOrd="4" destOrd="0" parTransId="{90D385DF-F585-453D-B5D0-FD0B1378BCE5}" sibTransId="{608918CD-0848-46D0-AB58-0491FA5942DE}"/>
    <dgm:cxn modelId="{6B83C036-E83F-4C9F-811C-2D616BDD2FA6}" type="presOf" srcId="{83628D0D-31EF-412C-B6E9-0E5111D741EA}" destId="{A6F54B15-C983-4CA3-9A75-2A99246C944A}" srcOrd="0" destOrd="0" presId="urn:microsoft.com/office/officeart/2005/8/layout/vList2"/>
    <dgm:cxn modelId="{6EC4098E-DA16-4C64-926E-B2FCDA21F44E}" type="presOf" srcId="{36C09848-6512-400A-92F1-C6B1A9A89288}" destId="{6804C104-9B8E-4CC2-9EDC-56DB20128ED2}" srcOrd="0" destOrd="0" presId="urn:microsoft.com/office/officeart/2005/8/layout/vList2"/>
    <dgm:cxn modelId="{E223BC8F-E179-4833-B750-76F910CCAAC9}" srcId="{BC7918A3-A934-4550-BA6D-0C2467C1A894}" destId="{83628D0D-31EF-412C-B6E9-0E5111D741EA}" srcOrd="3" destOrd="0" parTransId="{03534D2E-D424-4F94-8987-E6E11C64C4DB}" sibTransId="{81BB8034-AD31-423C-8544-42F1E7CC833C}"/>
    <dgm:cxn modelId="{F8DD2893-7EA6-4167-AA1D-3CE331CFD5B3}" type="presOf" srcId="{27856609-64E5-47EE-8087-3736EB1FB879}" destId="{019811D4-2AF8-476E-8B94-2048D483FF00}" srcOrd="0" destOrd="0" presId="urn:microsoft.com/office/officeart/2005/8/layout/vList2"/>
    <dgm:cxn modelId="{840359CD-6728-4F34-9EB5-94C1BDD95834}" srcId="{BC7918A3-A934-4550-BA6D-0C2467C1A894}" destId="{7B2B71CE-A537-4EB3-ACFC-4DF95B1D1ADB}" srcOrd="1" destOrd="0" parTransId="{A6BDBDA5-16BC-4E14-B463-3019223CB114}" sibTransId="{1A4309C1-E8DE-45AE-AF48-24D0455A280D}"/>
    <dgm:cxn modelId="{33E356D0-C51F-4F88-B803-F7D4EEB6FAA0}" type="presOf" srcId="{7B2B71CE-A537-4EB3-ACFC-4DF95B1D1ADB}" destId="{DD21E75D-D43B-4FDC-926E-B0662AAD50BC}" srcOrd="0" destOrd="0" presId="urn:microsoft.com/office/officeart/2005/8/layout/vList2"/>
    <dgm:cxn modelId="{7039BCF8-9978-44E3-AE0F-FBA58C1A5D19}" type="presOf" srcId="{CDBE1044-8667-4E71-8984-3EDA7BAFAFC2}" destId="{FDE8B38B-6E57-4CFB-A4B6-687995BC0743}" srcOrd="0" destOrd="0" presId="urn:microsoft.com/office/officeart/2005/8/layout/vList2"/>
    <dgm:cxn modelId="{22BD45FC-F8BF-42C5-8C63-4552992F4AF1}" srcId="{BC7918A3-A934-4550-BA6D-0C2467C1A894}" destId="{CDBE1044-8667-4E71-8984-3EDA7BAFAFC2}" srcOrd="2" destOrd="0" parTransId="{DEF7CCB2-BB9E-41EB-BD52-01A1F907EFF6}" sibTransId="{CE0EDE8F-CDE2-4284-9562-DE6C79AB6935}"/>
    <dgm:cxn modelId="{51B91247-366B-4B35-A42D-636C6EF43F92}" type="presParOf" srcId="{8BCCCF95-08DC-464A-8D16-5E4450996C3C}" destId="{6804C104-9B8E-4CC2-9EDC-56DB20128ED2}" srcOrd="0" destOrd="0" presId="urn:microsoft.com/office/officeart/2005/8/layout/vList2"/>
    <dgm:cxn modelId="{6832C9F6-C022-41A1-9615-0BD37762DA22}" type="presParOf" srcId="{8BCCCF95-08DC-464A-8D16-5E4450996C3C}" destId="{976421EF-C7D1-4FEC-97DB-7F690449D27E}" srcOrd="1" destOrd="0" presId="urn:microsoft.com/office/officeart/2005/8/layout/vList2"/>
    <dgm:cxn modelId="{D1B17A94-09C4-4B8A-B47D-F2DEF36B6B56}" type="presParOf" srcId="{8BCCCF95-08DC-464A-8D16-5E4450996C3C}" destId="{DD21E75D-D43B-4FDC-926E-B0662AAD50BC}" srcOrd="2" destOrd="0" presId="urn:microsoft.com/office/officeart/2005/8/layout/vList2"/>
    <dgm:cxn modelId="{87385C84-3581-4949-B316-25174BB56198}" type="presParOf" srcId="{8BCCCF95-08DC-464A-8D16-5E4450996C3C}" destId="{D853DBD7-A2F6-4E2C-B9EA-37AFAA2FA6F8}" srcOrd="3" destOrd="0" presId="urn:microsoft.com/office/officeart/2005/8/layout/vList2"/>
    <dgm:cxn modelId="{E9086F3D-5721-4F63-ACF1-179023BF7BE4}" type="presParOf" srcId="{8BCCCF95-08DC-464A-8D16-5E4450996C3C}" destId="{FDE8B38B-6E57-4CFB-A4B6-687995BC0743}" srcOrd="4" destOrd="0" presId="urn:microsoft.com/office/officeart/2005/8/layout/vList2"/>
    <dgm:cxn modelId="{ECA01FDE-DA6E-41C4-BF78-4F69EEA8C878}" type="presParOf" srcId="{8BCCCF95-08DC-464A-8D16-5E4450996C3C}" destId="{F3DB45BE-A8B8-41A7-BF16-619FCCAE3361}" srcOrd="5" destOrd="0" presId="urn:microsoft.com/office/officeart/2005/8/layout/vList2"/>
    <dgm:cxn modelId="{ACD0808F-2CFF-43CB-9F36-DAB4AA68DC9A}" type="presParOf" srcId="{8BCCCF95-08DC-464A-8D16-5E4450996C3C}" destId="{A6F54B15-C983-4CA3-9A75-2A99246C944A}" srcOrd="6" destOrd="0" presId="urn:microsoft.com/office/officeart/2005/8/layout/vList2"/>
    <dgm:cxn modelId="{425B798B-E82B-412D-9B40-E265C29F7FAE}" type="presParOf" srcId="{8BCCCF95-08DC-464A-8D16-5E4450996C3C}" destId="{14632926-91B1-4FA7-8C5B-E929D28610BC}" srcOrd="7" destOrd="0" presId="urn:microsoft.com/office/officeart/2005/8/layout/vList2"/>
    <dgm:cxn modelId="{D6609462-3C50-4A7D-AD43-5A43FEE1D9BE}" type="presParOf" srcId="{8BCCCF95-08DC-464A-8D16-5E4450996C3C}" destId="{019811D4-2AF8-476E-8B94-2048D483FF0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2B0507-6E1B-4451-87CB-8D7631FECBE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228512B-D95D-462D-B87E-59E7AD2071D4}">
      <dgm:prSet custT="1"/>
      <dgm:spPr/>
      <dgm:t>
        <a:bodyPr/>
        <a:lstStyle/>
        <a:p>
          <a:r>
            <a:rPr lang="en-US" sz="2000" dirty="0"/>
            <a:t>Data Sources- Historical AFCON data (1957-2025): 65+ years- Current tournament results: Live group stage data-Tournament structure: 24 teams, 6 groups, knockout format</a:t>
          </a:r>
        </a:p>
      </dgm:t>
    </dgm:pt>
    <dgm:pt modelId="{652839DE-2D6B-4659-90E1-12BF11E6FC8B}" type="parTrans" cxnId="{042D08C2-C1DF-4A81-ADBF-2E598BD5FB84}">
      <dgm:prSet/>
      <dgm:spPr/>
      <dgm:t>
        <a:bodyPr/>
        <a:lstStyle/>
        <a:p>
          <a:endParaRPr lang="en-US"/>
        </a:p>
      </dgm:t>
    </dgm:pt>
    <dgm:pt modelId="{5BBD5C92-FE45-4A3C-8F68-DFBD51D07C2B}" type="sibTrans" cxnId="{042D08C2-C1DF-4A81-ADBF-2E598BD5FB84}">
      <dgm:prSet/>
      <dgm:spPr/>
      <dgm:t>
        <a:bodyPr/>
        <a:lstStyle/>
        <a:p>
          <a:endParaRPr lang="en-US"/>
        </a:p>
      </dgm:t>
    </dgm:pt>
    <dgm:pt modelId="{D7628827-E92B-477F-B3F8-40C625DB6B0D}">
      <dgm:prSet/>
      <dgm:spPr/>
      <dgm:t>
        <a:bodyPr/>
        <a:lstStyle/>
        <a:p>
          <a:r>
            <a:rPr lang="en-ZA" dirty="0"/>
            <a:t>Model Features (22 total)</a:t>
          </a:r>
          <a:endParaRPr lang="en-US" dirty="0"/>
        </a:p>
      </dgm:t>
    </dgm:pt>
    <dgm:pt modelId="{DEDB95EC-2CE3-4113-B138-93E9D35486B7}" type="parTrans" cxnId="{DF0EC4F5-D28A-483A-A237-E0C48518A172}">
      <dgm:prSet/>
      <dgm:spPr/>
      <dgm:t>
        <a:bodyPr/>
        <a:lstStyle/>
        <a:p>
          <a:endParaRPr lang="en-US"/>
        </a:p>
      </dgm:t>
    </dgm:pt>
    <dgm:pt modelId="{F9E833D9-EE0B-417C-BE1A-5488D683CF53}" type="sibTrans" cxnId="{DF0EC4F5-D28A-483A-A237-E0C48518A172}">
      <dgm:prSet/>
      <dgm:spPr/>
      <dgm:t>
        <a:bodyPr/>
        <a:lstStyle/>
        <a:p>
          <a:endParaRPr lang="en-US"/>
        </a:p>
      </dgm:t>
    </dgm:pt>
    <dgm:pt modelId="{6955F0A4-BD2E-4FCC-9A60-357DB4E81FD1}">
      <dgm:prSet/>
      <dgm:spPr/>
      <dgm:t>
        <a:bodyPr/>
        <a:lstStyle/>
        <a:p>
          <a:r>
            <a:rPr lang="en-ZA" dirty="0"/>
            <a:t>1.Performance Metrics: Wins, draws, losses, goals, points per game</a:t>
          </a:r>
          <a:endParaRPr lang="en-US" dirty="0"/>
        </a:p>
      </dgm:t>
    </dgm:pt>
    <dgm:pt modelId="{AC420CE0-7437-4B04-8362-3F11FA0202CC}" type="parTrans" cxnId="{7B9B4E26-0DC4-42BF-B528-5E7BA7BAB1B3}">
      <dgm:prSet/>
      <dgm:spPr/>
      <dgm:t>
        <a:bodyPr/>
        <a:lstStyle/>
        <a:p>
          <a:endParaRPr lang="en-US"/>
        </a:p>
      </dgm:t>
    </dgm:pt>
    <dgm:pt modelId="{D9D1A9DE-593F-4969-934B-BFE3EC1D963D}" type="sibTrans" cxnId="{7B9B4E26-0DC4-42BF-B528-5E7BA7BAB1B3}">
      <dgm:prSet/>
      <dgm:spPr/>
      <dgm:t>
        <a:bodyPr/>
        <a:lstStyle/>
        <a:p>
          <a:endParaRPr lang="en-US"/>
        </a:p>
      </dgm:t>
    </dgm:pt>
    <dgm:pt modelId="{1FD98A00-BC90-4B55-9C64-03FA6CF33D8D}">
      <dgm:prSet/>
      <dgm:spPr/>
      <dgm:t>
        <a:bodyPr/>
        <a:lstStyle/>
        <a:p>
          <a:r>
            <a:rPr lang="en-ZA" dirty="0"/>
            <a:t>2. Tournament Pedigree: Titles, appearances, qualification success3. </a:t>
          </a:r>
          <a:endParaRPr lang="en-US" dirty="0"/>
        </a:p>
      </dgm:t>
    </dgm:pt>
    <dgm:pt modelId="{D2F826DF-84FA-48D5-A29E-D98A144DD6EC}" type="parTrans" cxnId="{1FFC7E77-13B5-4C0B-B2CB-A3EFACDCD8A9}">
      <dgm:prSet/>
      <dgm:spPr/>
      <dgm:t>
        <a:bodyPr/>
        <a:lstStyle/>
        <a:p>
          <a:endParaRPr lang="en-US"/>
        </a:p>
      </dgm:t>
    </dgm:pt>
    <dgm:pt modelId="{E88C2B98-1BF3-4BCB-AF95-2C23AA041B7C}" type="sibTrans" cxnId="{1FFC7E77-13B5-4C0B-B2CB-A3EFACDCD8A9}">
      <dgm:prSet/>
      <dgm:spPr/>
      <dgm:t>
        <a:bodyPr/>
        <a:lstStyle/>
        <a:p>
          <a:endParaRPr lang="en-US"/>
        </a:p>
      </dgm:t>
    </dgm:pt>
    <dgm:pt modelId="{798F09EC-52B3-42F7-9B0E-F993ECFE368F}">
      <dgm:prSet/>
      <dgm:spPr/>
      <dgm:t>
        <a:bodyPr/>
        <a:lstStyle/>
        <a:p>
          <a:r>
            <a:rPr lang="en-ZA"/>
            <a:t>Current Form: 2025 group stage results4.</a:t>
          </a:r>
          <a:endParaRPr lang="en-US"/>
        </a:p>
      </dgm:t>
    </dgm:pt>
    <dgm:pt modelId="{9236E3F4-7C71-4E1C-B6EE-20885787B87E}" type="parTrans" cxnId="{3739AC24-4327-4C4D-819B-1FD804AF5C25}">
      <dgm:prSet/>
      <dgm:spPr/>
      <dgm:t>
        <a:bodyPr/>
        <a:lstStyle/>
        <a:p>
          <a:endParaRPr lang="en-US"/>
        </a:p>
      </dgm:t>
    </dgm:pt>
    <dgm:pt modelId="{5F70D720-77D0-4412-8161-9359CDE700B9}" type="sibTrans" cxnId="{3739AC24-4327-4C4D-819B-1FD804AF5C25}">
      <dgm:prSet/>
      <dgm:spPr/>
      <dgm:t>
        <a:bodyPr/>
        <a:lstStyle/>
        <a:p>
          <a:endParaRPr lang="en-US"/>
        </a:p>
      </dgm:t>
    </dgm:pt>
    <dgm:pt modelId="{29010180-E7B5-44E2-B76B-E786B7BFC250}">
      <dgm:prSet/>
      <dgm:spPr/>
      <dgm:t>
        <a:bodyPr/>
        <a:lstStyle/>
        <a:p>
          <a:r>
            <a:rPr lang="en-ZA"/>
            <a:t>Contextual Factors: Host advantage, defensive solidity</a:t>
          </a:r>
          <a:endParaRPr lang="en-US"/>
        </a:p>
      </dgm:t>
    </dgm:pt>
    <dgm:pt modelId="{09906AFC-3D7C-4765-97B9-4BDDCB07718A}" type="parTrans" cxnId="{F53D90D2-3F5F-41FA-B848-7D79C9F5FB52}">
      <dgm:prSet/>
      <dgm:spPr/>
      <dgm:t>
        <a:bodyPr/>
        <a:lstStyle/>
        <a:p>
          <a:endParaRPr lang="en-US"/>
        </a:p>
      </dgm:t>
    </dgm:pt>
    <dgm:pt modelId="{0A46F103-FA92-4744-93B1-B2D404BDAFB0}" type="sibTrans" cxnId="{F53D90D2-3F5F-41FA-B848-7D79C9F5FB52}">
      <dgm:prSet/>
      <dgm:spPr/>
      <dgm:t>
        <a:bodyPr/>
        <a:lstStyle/>
        <a:p>
          <a:endParaRPr lang="en-US"/>
        </a:p>
      </dgm:t>
    </dgm:pt>
    <dgm:pt modelId="{8EB07E88-D39D-456D-AF1A-C04E95E73AE0}" type="pres">
      <dgm:prSet presAssocID="{FA2B0507-6E1B-4451-87CB-8D7631FECBEA}" presName="diagram" presStyleCnt="0">
        <dgm:presLayoutVars>
          <dgm:dir/>
          <dgm:resizeHandles val="exact"/>
        </dgm:presLayoutVars>
      </dgm:prSet>
      <dgm:spPr/>
    </dgm:pt>
    <dgm:pt modelId="{2EA1D56E-4A6B-4372-83CE-5DEA9E7F777D}" type="pres">
      <dgm:prSet presAssocID="{3228512B-D95D-462D-B87E-59E7AD2071D4}" presName="node" presStyleLbl="node1" presStyleIdx="0" presStyleCnt="6">
        <dgm:presLayoutVars>
          <dgm:bulletEnabled val="1"/>
        </dgm:presLayoutVars>
      </dgm:prSet>
      <dgm:spPr/>
    </dgm:pt>
    <dgm:pt modelId="{BEEDB049-B9A1-4476-B33C-C0C45B7EF179}" type="pres">
      <dgm:prSet presAssocID="{5BBD5C92-FE45-4A3C-8F68-DFBD51D07C2B}" presName="sibTrans" presStyleCnt="0"/>
      <dgm:spPr/>
    </dgm:pt>
    <dgm:pt modelId="{073B47A6-E039-4376-981B-9841C9A42C25}" type="pres">
      <dgm:prSet presAssocID="{D7628827-E92B-477F-B3F8-40C625DB6B0D}" presName="node" presStyleLbl="node1" presStyleIdx="1" presStyleCnt="6">
        <dgm:presLayoutVars>
          <dgm:bulletEnabled val="1"/>
        </dgm:presLayoutVars>
      </dgm:prSet>
      <dgm:spPr/>
    </dgm:pt>
    <dgm:pt modelId="{9582DBAD-BDB9-47E9-A86C-712A9D8C9E12}" type="pres">
      <dgm:prSet presAssocID="{F9E833D9-EE0B-417C-BE1A-5488D683CF53}" presName="sibTrans" presStyleCnt="0"/>
      <dgm:spPr/>
    </dgm:pt>
    <dgm:pt modelId="{2D07CD44-0994-41B8-AB9D-7E08FD57C32F}" type="pres">
      <dgm:prSet presAssocID="{6955F0A4-BD2E-4FCC-9A60-357DB4E81FD1}" presName="node" presStyleLbl="node1" presStyleIdx="2" presStyleCnt="6">
        <dgm:presLayoutVars>
          <dgm:bulletEnabled val="1"/>
        </dgm:presLayoutVars>
      </dgm:prSet>
      <dgm:spPr/>
    </dgm:pt>
    <dgm:pt modelId="{9844B290-E173-49B2-89C6-BC5DAFC8BBDC}" type="pres">
      <dgm:prSet presAssocID="{D9D1A9DE-593F-4969-934B-BFE3EC1D963D}" presName="sibTrans" presStyleCnt="0"/>
      <dgm:spPr/>
    </dgm:pt>
    <dgm:pt modelId="{8D89CB4B-113C-4209-A258-E1A5BA752DE4}" type="pres">
      <dgm:prSet presAssocID="{1FD98A00-BC90-4B55-9C64-03FA6CF33D8D}" presName="node" presStyleLbl="node1" presStyleIdx="3" presStyleCnt="6">
        <dgm:presLayoutVars>
          <dgm:bulletEnabled val="1"/>
        </dgm:presLayoutVars>
      </dgm:prSet>
      <dgm:spPr/>
    </dgm:pt>
    <dgm:pt modelId="{9983FB7B-3676-4D6C-ADBE-A6166479D518}" type="pres">
      <dgm:prSet presAssocID="{E88C2B98-1BF3-4BCB-AF95-2C23AA041B7C}" presName="sibTrans" presStyleCnt="0"/>
      <dgm:spPr/>
    </dgm:pt>
    <dgm:pt modelId="{7E55F645-7C30-472C-B193-F4362629850D}" type="pres">
      <dgm:prSet presAssocID="{798F09EC-52B3-42F7-9B0E-F993ECFE368F}" presName="node" presStyleLbl="node1" presStyleIdx="4" presStyleCnt="6">
        <dgm:presLayoutVars>
          <dgm:bulletEnabled val="1"/>
        </dgm:presLayoutVars>
      </dgm:prSet>
      <dgm:spPr/>
    </dgm:pt>
    <dgm:pt modelId="{466E0EF7-C1B4-40DF-8531-3609C4F98166}" type="pres">
      <dgm:prSet presAssocID="{5F70D720-77D0-4412-8161-9359CDE700B9}" presName="sibTrans" presStyleCnt="0"/>
      <dgm:spPr/>
    </dgm:pt>
    <dgm:pt modelId="{5660C9A0-B10F-4737-86A3-8E39616005D0}" type="pres">
      <dgm:prSet presAssocID="{29010180-E7B5-44E2-B76B-E786B7BFC250}" presName="node" presStyleLbl="node1" presStyleIdx="5" presStyleCnt="6">
        <dgm:presLayoutVars>
          <dgm:bulletEnabled val="1"/>
        </dgm:presLayoutVars>
      </dgm:prSet>
      <dgm:spPr/>
    </dgm:pt>
  </dgm:ptLst>
  <dgm:cxnLst>
    <dgm:cxn modelId="{3739AC24-4327-4C4D-819B-1FD804AF5C25}" srcId="{FA2B0507-6E1B-4451-87CB-8D7631FECBEA}" destId="{798F09EC-52B3-42F7-9B0E-F993ECFE368F}" srcOrd="4" destOrd="0" parTransId="{9236E3F4-7C71-4E1C-B6EE-20885787B87E}" sibTransId="{5F70D720-77D0-4412-8161-9359CDE700B9}"/>
    <dgm:cxn modelId="{7B9B4E26-0DC4-42BF-B528-5E7BA7BAB1B3}" srcId="{FA2B0507-6E1B-4451-87CB-8D7631FECBEA}" destId="{6955F0A4-BD2E-4FCC-9A60-357DB4E81FD1}" srcOrd="2" destOrd="0" parTransId="{AC420CE0-7437-4B04-8362-3F11FA0202CC}" sibTransId="{D9D1A9DE-593F-4969-934B-BFE3EC1D963D}"/>
    <dgm:cxn modelId="{28DAB961-0F57-4CB1-B091-C1F8323FF96C}" type="presOf" srcId="{D7628827-E92B-477F-B3F8-40C625DB6B0D}" destId="{073B47A6-E039-4376-981B-9841C9A42C25}" srcOrd="0" destOrd="0" presId="urn:microsoft.com/office/officeart/2005/8/layout/default"/>
    <dgm:cxn modelId="{C2A72965-FC00-4822-A9EC-BC8E789AB663}" type="presOf" srcId="{29010180-E7B5-44E2-B76B-E786B7BFC250}" destId="{5660C9A0-B10F-4737-86A3-8E39616005D0}" srcOrd="0" destOrd="0" presId="urn:microsoft.com/office/officeart/2005/8/layout/default"/>
    <dgm:cxn modelId="{85D19350-26C3-4EBA-8C2F-118F8E1E6030}" type="presOf" srcId="{FA2B0507-6E1B-4451-87CB-8D7631FECBEA}" destId="{8EB07E88-D39D-456D-AF1A-C04E95E73AE0}" srcOrd="0" destOrd="0" presId="urn:microsoft.com/office/officeart/2005/8/layout/default"/>
    <dgm:cxn modelId="{1FFC7E77-13B5-4C0B-B2CB-A3EFACDCD8A9}" srcId="{FA2B0507-6E1B-4451-87CB-8D7631FECBEA}" destId="{1FD98A00-BC90-4B55-9C64-03FA6CF33D8D}" srcOrd="3" destOrd="0" parTransId="{D2F826DF-84FA-48D5-A29E-D98A144DD6EC}" sibTransId="{E88C2B98-1BF3-4BCB-AF95-2C23AA041B7C}"/>
    <dgm:cxn modelId="{650702B6-CF4F-4F8D-85E0-B7D2FA366DB7}" type="presOf" srcId="{1FD98A00-BC90-4B55-9C64-03FA6CF33D8D}" destId="{8D89CB4B-113C-4209-A258-E1A5BA752DE4}" srcOrd="0" destOrd="0" presId="urn:microsoft.com/office/officeart/2005/8/layout/default"/>
    <dgm:cxn modelId="{042D08C2-C1DF-4A81-ADBF-2E598BD5FB84}" srcId="{FA2B0507-6E1B-4451-87CB-8D7631FECBEA}" destId="{3228512B-D95D-462D-B87E-59E7AD2071D4}" srcOrd="0" destOrd="0" parTransId="{652839DE-2D6B-4659-90E1-12BF11E6FC8B}" sibTransId="{5BBD5C92-FE45-4A3C-8F68-DFBD51D07C2B}"/>
    <dgm:cxn modelId="{F53D90D2-3F5F-41FA-B848-7D79C9F5FB52}" srcId="{FA2B0507-6E1B-4451-87CB-8D7631FECBEA}" destId="{29010180-E7B5-44E2-B76B-E786B7BFC250}" srcOrd="5" destOrd="0" parTransId="{09906AFC-3D7C-4765-97B9-4BDDCB07718A}" sibTransId="{0A46F103-FA92-4744-93B1-B2D404BDAFB0}"/>
    <dgm:cxn modelId="{240CE9DB-2C5D-4C91-A53C-30834A78C3DF}" type="presOf" srcId="{6955F0A4-BD2E-4FCC-9A60-357DB4E81FD1}" destId="{2D07CD44-0994-41B8-AB9D-7E08FD57C32F}" srcOrd="0" destOrd="0" presId="urn:microsoft.com/office/officeart/2005/8/layout/default"/>
    <dgm:cxn modelId="{D78D57E7-F3A5-4573-AD3E-E5A754DCE457}" type="presOf" srcId="{798F09EC-52B3-42F7-9B0E-F993ECFE368F}" destId="{7E55F645-7C30-472C-B193-F4362629850D}" srcOrd="0" destOrd="0" presId="urn:microsoft.com/office/officeart/2005/8/layout/default"/>
    <dgm:cxn modelId="{077FB5F3-FA3E-49EF-81CB-6A4E4715E20D}" type="presOf" srcId="{3228512B-D95D-462D-B87E-59E7AD2071D4}" destId="{2EA1D56E-4A6B-4372-83CE-5DEA9E7F777D}" srcOrd="0" destOrd="0" presId="urn:microsoft.com/office/officeart/2005/8/layout/default"/>
    <dgm:cxn modelId="{DF0EC4F5-D28A-483A-A237-E0C48518A172}" srcId="{FA2B0507-6E1B-4451-87CB-8D7631FECBEA}" destId="{D7628827-E92B-477F-B3F8-40C625DB6B0D}" srcOrd="1" destOrd="0" parTransId="{DEDB95EC-2CE3-4113-B138-93E9D35486B7}" sibTransId="{F9E833D9-EE0B-417C-BE1A-5488D683CF53}"/>
    <dgm:cxn modelId="{377424DC-C7FB-4F9F-8D71-9E0337FF142C}" type="presParOf" srcId="{8EB07E88-D39D-456D-AF1A-C04E95E73AE0}" destId="{2EA1D56E-4A6B-4372-83CE-5DEA9E7F777D}" srcOrd="0" destOrd="0" presId="urn:microsoft.com/office/officeart/2005/8/layout/default"/>
    <dgm:cxn modelId="{08FC41EE-D93F-4ECD-A816-E5647BAB3D6D}" type="presParOf" srcId="{8EB07E88-D39D-456D-AF1A-C04E95E73AE0}" destId="{BEEDB049-B9A1-4476-B33C-C0C45B7EF179}" srcOrd="1" destOrd="0" presId="urn:microsoft.com/office/officeart/2005/8/layout/default"/>
    <dgm:cxn modelId="{769063B0-03D5-4B58-ADB1-32957B2E6410}" type="presParOf" srcId="{8EB07E88-D39D-456D-AF1A-C04E95E73AE0}" destId="{073B47A6-E039-4376-981B-9841C9A42C25}" srcOrd="2" destOrd="0" presId="urn:microsoft.com/office/officeart/2005/8/layout/default"/>
    <dgm:cxn modelId="{B31A3234-437C-4292-9719-FC3D19F759B3}" type="presParOf" srcId="{8EB07E88-D39D-456D-AF1A-C04E95E73AE0}" destId="{9582DBAD-BDB9-47E9-A86C-712A9D8C9E12}" srcOrd="3" destOrd="0" presId="urn:microsoft.com/office/officeart/2005/8/layout/default"/>
    <dgm:cxn modelId="{A63130A4-6E62-4065-9AD4-D9CAF4900DFC}" type="presParOf" srcId="{8EB07E88-D39D-456D-AF1A-C04E95E73AE0}" destId="{2D07CD44-0994-41B8-AB9D-7E08FD57C32F}" srcOrd="4" destOrd="0" presId="urn:microsoft.com/office/officeart/2005/8/layout/default"/>
    <dgm:cxn modelId="{17F404CE-F180-460A-9D86-6A7F5F54086C}" type="presParOf" srcId="{8EB07E88-D39D-456D-AF1A-C04E95E73AE0}" destId="{9844B290-E173-49B2-89C6-BC5DAFC8BBDC}" srcOrd="5" destOrd="0" presId="urn:microsoft.com/office/officeart/2005/8/layout/default"/>
    <dgm:cxn modelId="{8C626EF8-11DC-4D42-8FD2-1D97C0534028}" type="presParOf" srcId="{8EB07E88-D39D-456D-AF1A-C04E95E73AE0}" destId="{8D89CB4B-113C-4209-A258-E1A5BA752DE4}" srcOrd="6" destOrd="0" presId="urn:microsoft.com/office/officeart/2005/8/layout/default"/>
    <dgm:cxn modelId="{B2B8B837-10EC-4E50-B1FD-7A9B54C9B5C0}" type="presParOf" srcId="{8EB07E88-D39D-456D-AF1A-C04E95E73AE0}" destId="{9983FB7B-3676-4D6C-ADBE-A6166479D518}" srcOrd="7" destOrd="0" presId="urn:microsoft.com/office/officeart/2005/8/layout/default"/>
    <dgm:cxn modelId="{ADD5BB33-38ED-4D62-A3D6-2EF1F4191F57}" type="presParOf" srcId="{8EB07E88-D39D-456D-AF1A-C04E95E73AE0}" destId="{7E55F645-7C30-472C-B193-F4362629850D}" srcOrd="8" destOrd="0" presId="urn:microsoft.com/office/officeart/2005/8/layout/default"/>
    <dgm:cxn modelId="{080A5CB8-07A2-4244-8485-FC20592AC1A3}" type="presParOf" srcId="{8EB07E88-D39D-456D-AF1A-C04E95E73AE0}" destId="{466E0EF7-C1B4-40DF-8531-3609C4F98166}" srcOrd="9" destOrd="0" presId="urn:microsoft.com/office/officeart/2005/8/layout/default"/>
    <dgm:cxn modelId="{103ECF50-80C2-4150-8CBF-8609DA887EF3}" type="presParOf" srcId="{8EB07E88-D39D-456D-AF1A-C04E95E73AE0}" destId="{5660C9A0-B10F-4737-86A3-8E39616005D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9C5E09E-D7FF-4DE5-8B1B-FBDB6836A11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C3A4BEC-D484-4AA4-B59C-0C7238BBFCC8}">
      <dgm:prSet custT="1"/>
      <dgm:spPr/>
      <dgm:t>
        <a:bodyPr/>
        <a:lstStyle/>
        <a:p>
          <a:r>
            <a:rPr lang="en-ZA" sz="2400" b="1" dirty="0"/>
            <a:t>Score = 30% × PPG + 25% × Goal Diff + 15% × Clean Sheets +         10% × Qual Success + 10% × Experience + 10% × Host Bonus</a:t>
          </a:r>
          <a:endParaRPr lang="en-US" sz="2400" b="1" dirty="0"/>
        </a:p>
      </dgm:t>
    </dgm:pt>
    <dgm:pt modelId="{B7A4DDB0-3542-40A3-A080-847E60E497E4}" type="parTrans" cxnId="{2A67D650-473B-46C1-AAC8-8DA05D35C970}">
      <dgm:prSet/>
      <dgm:spPr/>
      <dgm:t>
        <a:bodyPr/>
        <a:lstStyle/>
        <a:p>
          <a:endParaRPr lang="en-US"/>
        </a:p>
      </dgm:t>
    </dgm:pt>
    <dgm:pt modelId="{9DF09AF0-F573-45F1-8CFA-34ED9BF26A1F}" type="sibTrans" cxnId="{2A67D650-473B-46C1-AAC8-8DA05D35C970}">
      <dgm:prSet/>
      <dgm:spPr/>
      <dgm:t>
        <a:bodyPr/>
        <a:lstStyle/>
        <a:p>
          <a:endParaRPr lang="en-US"/>
        </a:p>
      </dgm:t>
    </dgm:pt>
    <dgm:pt modelId="{11AAA21A-8C3D-4A84-A377-9F14F5B4413E}">
      <dgm:prSet custT="1"/>
      <dgm:spPr/>
      <dgm:t>
        <a:bodyPr/>
        <a:lstStyle/>
        <a:p>
          <a:r>
            <a:rPr lang="en-ZA" sz="1800" b="1" dirty="0"/>
            <a:t>Simulation Engine: Poisson distribution for goal modelling: 10,000 complete tournaments simulated- Accounts for group stage → R16 → QF → SF → Final- Penalty shootouts modelled probabilistically</a:t>
          </a:r>
          <a:endParaRPr lang="en-US" sz="1800" b="1" dirty="0"/>
        </a:p>
      </dgm:t>
    </dgm:pt>
    <dgm:pt modelId="{0805C945-E21A-42E1-AB86-AD00972F8BD4}" type="parTrans" cxnId="{0A394EC5-CE8F-42D1-9C79-568537D10DF8}">
      <dgm:prSet/>
      <dgm:spPr/>
      <dgm:t>
        <a:bodyPr/>
        <a:lstStyle/>
        <a:p>
          <a:endParaRPr lang="en-US"/>
        </a:p>
      </dgm:t>
    </dgm:pt>
    <dgm:pt modelId="{0A95338E-F9DA-4DDF-A2C5-DF398245DDA6}" type="sibTrans" cxnId="{0A394EC5-CE8F-42D1-9C79-568537D10DF8}">
      <dgm:prSet/>
      <dgm:spPr/>
      <dgm:t>
        <a:bodyPr/>
        <a:lstStyle/>
        <a:p>
          <a:endParaRPr lang="en-US"/>
        </a:p>
      </dgm:t>
    </dgm:pt>
    <dgm:pt modelId="{81D82CE5-520E-4A84-8709-F6816312A8CD}">
      <dgm:prSet custT="1"/>
      <dgm:spPr/>
      <dgm:t>
        <a:bodyPr/>
        <a:lstStyle/>
        <a:p>
          <a:r>
            <a:rPr lang="en-US" sz="2400" b="1" dirty="0"/>
            <a:t>Model Validation ✅ Strengths- 65+ years of comprehensive historical data</a:t>
          </a:r>
        </a:p>
      </dgm:t>
    </dgm:pt>
    <dgm:pt modelId="{FBF68E89-CC41-4BB1-90DF-82826128D027}" type="parTrans" cxnId="{8F54489D-097A-419E-8BA9-FFBDB293DB4C}">
      <dgm:prSet/>
      <dgm:spPr/>
      <dgm:t>
        <a:bodyPr/>
        <a:lstStyle/>
        <a:p>
          <a:endParaRPr lang="en-US"/>
        </a:p>
      </dgm:t>
    </dgm:pt>
    <dgm:pt modelId="{DAE1FBC4-CF14-4A71-B101-91E32FA18D14}" type="sibTrans" cxnId="{8F54489D-097A-419E-8BA9-FFBDB293DB4C}">
      <dgm:prSet/>
      <dgm:spPr/>
      <dgm:t>
        <a:bodyPr/>
        <a:lstStyle/>
        <a:p>
          <a:endParaRPr lang="en-US"/>
        </a:p>
      </dgm:t>
    </dgm:pt>
    <dgm:pt modelId="{61C7C0E8-0985-4305-B785-E2FF131B62A8}">
      <dgm:prSet custT="1"/>
      <dgm:spPr/>
      <dgm:t>
        <a:bodyPr/>
        <a:lstStyle/>
        <a:p>
          <a:r>
            <a:rPr lang="en-US" sz="2400" dirty="0"/>
            <a:t>Transparent, interpretable methodology- 10,000 simulations ensure statistical robustness →→  Aligns with expert consensus</a:t>
          </a:r>
        </a:p>
      </dgm:t>
    </dgm:pt>
    <dgm:pt modelId="{A0704EE6-7258-4B94-BA82-18A4D87C7F36}" type="parTrans" cxnId="{5280566D-FB38-4ADA-86DD-A2B48EFE4A4D}">
      <dgm:prSet/>
      <dgm:spPr/>
      <dgm:t>
        <a:bodyPr/>
        <a:lstStyle/>
        <a:p>
          <a:endParaRPr lang="en-US"/>
        </a:p>
      </dgm:t>
    </dgm:pt>
    <dgm:pt modelId="{BF0EF0EB-9138-4BDE-81AE-B84736F4DA3A}" type="sibTrans" cxnId="{5280566D-FB38-4ADA-86DD-A2B48EFE4A4D}">
      <dgm:prSet/>
      <dgm:spPr/>
      <dgm:t>
        <a:bodyPr/>
        <a:lstStyle/>
        <a:p>
          <a:endParaRPr lang="en-US"/>
        </a:p>
      </dgm:t>
    </dgm:pt>
    <dgm:pt modelId="{8FBE7005-A938-4C43-85F8-D48F4EAFF0D1}" type="pres">
      <dgm:prSet presAssocID="{69C5E09E-D7FF-4DE5-8B1B-FBDB6836A11B}" presName="root" presStyleCnt="0">
        <dgm:presLayoutVars>
          <dgm:dir/>
          <dgm:resizeHandles val="exact"/>
        </dgm:presLayoutVars>
      </dgm:prSet>
      <dgm:spPr/>
    </dgm:pt>
    <dgm:pt modelId="{D7DA781A-7D6E-4A35-8E80-9908A376FBF9}" type="pres">
      <dgm:prSet presAssocID="{DC3A4BEC-D484-4AA4-B59C-0C7238BBFCC8}" presName="compNode" presStyleCnt="0"/>
      <dgm:spPr/>
    </dgm:pt>
    <dgm:pt modelId="{96E29370-B592-4942-9DB8-EC553E903FCB}" type="pres">
      <dgm:prSet presAssocID="{DC3A4BEC-D484-4AA4-B59C-0C7238BBFCC8}" presName="bgRect" presStyleLbl="bgShp" presStyleIdx="0" presStyleCnt="4"/>
      <dgm:spPr/>
    </dgm:pt>
    <dgm:pt modelId="{EBB1303C-1AED-4DF1-AAA4-139D9E854467}" type="pres">
      <dgm:prSet presAssocID="{DC3A4BEC-D484-4AA4-B59C-0C7238BBFCC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DB66CA0-349E-43A5-AD72-FFF56691329D}" type="pres">
      <dgm:prSet presAssocID="{DC3A4BEC-D484-4AA4-B59C-0C7238BBFCC8}" presName="spaceRect" presStyleCnt="0"/>
      <dgm:spPr/>
    </dgm:pt>
    <dgm:pt modelId="{190FE132-0C7D-4594-8A7A-5654FD68B8D1}" type="pres">
      <dgm:prSet presAssocID="{DC3A4BEC-D484-4AA4-B59C-0C7238BBFCC8}" presName="parTx" presStyleLbl="revTx" presStyleIdx="0" presStyleCnt="4">
        <dgm:presLayoutVars>
          <dgm:chMax val="0"/>
          <dgm:chPref val="0"/>
        </dgm:presLayoutVars>
      </dgm:prSet>
      <dgm:spPr/>
    </dgm:pt>
    <dgm:pt modelId="{91829AE9-8A73-4B0D-9A06-BA0DE1CD6544}" type="pres">
      <dgm:prSet presAssocID="{9DF09AF0-F573-45F1-8CFA-34ED9BF26A1F}" presName="sibTrans" presStyleCnt="0"/>
      <dgm:spPr/>
    </dgm:pt>
    <dgm:pt modelId="{FBA2C47D-EF12-418F-A62E-E2D4C5EE7FBA}" type="pres">
      <dgm:prSet presAssocID="{11AAA21A-8C3D-4A84-A377-9F14F5B4413E}" presName="compNode" presStyleCnt="0"/>
      <dgm:spPr/>
    </dgm:pt>
    <dgm:pt modelId="{BD12672C-1F2C-4004-9DAB-8C71494AB0C1}" type="pres">
      <dgm:prSet presAssocID="{11AAA21A-8C3D-4A84-A377-9F14F5B4413E}" presName="bgRect" presStyleLbl="bgShp" presStyleIdx="1" presStyleCnt="4"/>
      <dgm:spPr/>
    </dgm:pt>
    <dgm:pt modelId="{1A1BD453-B912-492B-90BA-7A6058AE3A64}" type="pres">
      <dgm:prSet presAssocID="{11AAA21A-8C3D-4A84-A377-9F14F5B4413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B8094B2-EAB5-4359-996D-89196023BFCC}" type="pres">
      <dgm:prSet presAssocID="{11AAA21A-8C3D-4A84-A377-9F14F5B4413E}" presName="spaceRect" presStyleCnt="0"/>
      <dgm:spPr/>
    </dgm:pt>
    <dgm:pt modelId="{04931101-4B60-4F62-BE1A-0C473E3AA51D}" type="pres">
      <dgm:prSet presAssocID="{11AAA21A-8C3D-4A84-A377-9F14F5B4413E}" presName="parTx" presStyleLbl="revTx" presStyleIdx="1" presStyleCnt="4">
        <dgm:presLayoutVars>
          <dgm:chMax val="0"/>
          <dgm:chPref val="0"/>
        </dgm:presLayoutVars>
      </dgm:prSet>
      <dgm:spPr/>
    </dgm:pt>
    <dgm:pt modelId="{5748F628-2B2A-4FF8-B5C6-01F046651889}" type="pres">
      <dgm:prSet presAssocID="{0A95338E-F9DA-4DDF-A2C5-DF398245DDA6}" presName="sibTrans" presStyleCnt="0"/>
      <dgm:spPr/>
    </dgm:pt>
    <dgm:pt modelId="{77CACE52-3C50-47F5-B250-23CAA85FBCB3}" type="pres">
      <dgm:prSet presAssocID="{81D82CE5-520E-4A84-8709-F6816312A8CD}" presName="compNode" presStyleCnt="0"/>
      <dgm:spPr/>
    </dgm:pt>
    <dgm:pt modelId="{610CB686-6365-4BD4-AD09-9A6A757A386C}" type="pres">
      <dgm:prSet presAssocID="{81D82CE5-520E-4A84-8709-F6816312A8CD}" presName="bgRect" presStyleLbl="bgShp" presStyleIdx="2" presStyleCnt="4"/>
      <dgm:spPr/>
    </dgm:pt>
    <dgm:pt modelId="{F6CAA2C1-8415-45DD-B01F-9A771F803505}" type="pres">
      <dgm:prSet presAssocID="{81D82CE5-520E-4A84-8709-F6816312A8C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D1568C2-9B80-4616-9170-832E422CC1DB}" type="pres">
      <dgm:prSet presAssocID="{81D82CE5-520E-4A84-8709-F6816312A8CD}" presName="spaceRect" presStyleCnt="0"/>
      <dgm:spPr/>
    </dgm:pt>
    <dgm:pt modelId="{F4BA7EDE-0907-433D-8A57-74B31B0F842A}" type="pres">
      <dgm:prSet presAssocID="{81D82CE5-520E-4A84-8709-F6816312A8CD}" presName="parTx" presStyleLbl="revTx" presStyleIdx="2" presStyleCnt="4">
        <dgm:presLayoutVars>
          <dgm:chMax val="0"/>
          <dgm:chPref val="0"/>
        </dgm:presLayoutVars>
      </dgm:prSet>
      <dgm:spPr/>
    </dgm:pt>
    <dgm:pt modelId="{187C7537-077D-4E8D-AE06-12C9BE7BB98F}" type="pres">
      <dgm:prSet presAssocID="{DAE1FBC4-CF14-4A71-B101-91E32FA18D14}" presName="sibTrans" presStyleCnt="0"/>
      <dgm:spPr/>
    </dgm:pt>
    <dgm:pt modelId="{78C60C6A-AC07-49C9-8295-F80F61A54CF2}" type="pres">
      <dgm:prSet presAssocID="{61C7C0E8-0985-4305-B785-E2FF131B62A8}" presName="compNode" presStyleCnt="0"/>
      <dgm:spPr/>
    </dgm:pt>
    <dgm:pt modelId="{89ABACDE-7B17-4DF2-8B28-85C00E6583C8}" type="pres">
      <dgm:prSet presAssocID="{61C7C0E8-0985-4305-B785-E2FF131B62A8}" presName="bgRect" presStyleLbl="bgShp" presStyleIdx="3" presStyleCnt="4"/>
      <dgm:spPr/>
    </dgm:pt>
    <dgm:pt modelId="{0601967E-2C9B-473C-A67A-9B1B2486417B}" type="pres">
      <dgm:prSet presAssocID="{61C7C0E8-0985-4305-B785-E2FF131B62A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D855625-DC1B-48E9-A972-527A13FF64A7}" type="pres">
      <dgm:prSet presAssocID="{61C7C0E8-0985-4305-B785-E2FF131B62A8}" presName="spaceRect" presStyleCnt="0"/>
      <dgm:spPr/>
    </dgm:pt>
    <dgm:pt modelId="{3B5A813F-E6FD-46CF-83EB-4F0FBB0AF3E3}" type="pres">
      <dgm:prSet presAssocID="{61C7C0E8-0985-4305-B785-E2FF131B62A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BD71E13-D073-42CA-BB97-57C48F9A5966}" type="presOf" srcId="{11AAA21A-8C3D-4A84-A377-9F14F5B4413E}" destId="{04931101-4B60-4F62-BE1A-0C473E3AA51D}" srcOrd="0" destOrd="0" presId="urn:microsoft.com/office/officeart/2018/2/layout/IconVerticalSolidList"/>
    <dgm:cxn modelId="{FFE27D28-B8FA-4D30-8050-E3AEC1943F15}" type="presOf" srcId="{61C7C0E8-0985-4305-B785-E2FF131B62A8}" destId="{3B5A813F-E6FD-46CF-83EB-4F0FBB0AF3E3}" srcOrd="0" destOrd="0" presId="urn:microsoft.com/office/officeart/2018/2/layout/IconVerticalSolidList"/>
    <dgm:cxn modelId="{5280566D-FB38-4ADA-86DD-A2B48EFE4A4D}" srcId="{69C5E09E-D7FF-4DE5-8B1B-FBDB6836A11B}" destId="{61C7C0E8-0985-4305-B785-E2FF131B62A8}" srcOrd="3" destOrd="0" parTransId="{A0704EE6-7258-4B94-BA82-18A4D87C7F36}" sibTransId="{BF0EF0EB-9138-4BDE-81AE-B84736F4DA3A}"/>
    <dgm:cxn modelId="{CA87774D-A3AC-49AB-BB20-179164184F58}" type="presOf" srcId="{69C5E09E-D7FF-4DE5-8B1B-FBDB6836A11B}" destId="{8FBE7005-A938-4C43-85F8-D48F4EAFF0D1}" srcOrd="0" destOrd="0" presId="urn:microsoft.com/office/officeart/2018/2/layout/IconVerticalSolidList"/>
    <dgm:cxn modelId="{4677DB6F-5A04-41E3-A026-EA25372728F5}" type="presOf" srcId="{81D82CE5-520E-4A84-8709-F6816312A8CD}" destId="{F4BA7EDE-0907-433D-8A57-74B31B0F842A}" srcOrd="0" destOrd="0" presId="urn:microsoft.com/office/officeart/2018/2/layout/IconVerticalSolidList"/>
    <dgm:cxn modelId="{2A67D650-473B-46C1-AAC8-8DA05D35C970}" srcId="{69C5E09E-D7FF-4DE5-8B1B-FBDB6836A11B}" destId="{DC3A4BEC-D484-4AA4-B59C-0C7238BBFCC8}" srcOrd="0" destOrd="0" parTransId="{B7A4DDB0-3542-40A3-A080-847E60E497E4}" sibTransId="{9DF09AF0-F573-45F1-8CFA-34ED9BF26A1F}"/>
    <dgm:cxn modelId="{43E5767E-2EC8-4A11-9017-0231CB4EEE41}" type="presOf" srcId="{DC3A4BEC-D484-4AA4-B59C-0C7238BBFCC8}" destId="{190FE132-0C7D-4594-8A7A-5654FD68B8D1}" srcOrd="0" destOrd="0" presId="urn:microsoft.com/office/officeart/2018/2/layout/IconVerticalSolidList"/>
    <dgm:cxn modelId="{8F54489D-097A-419E-8BA9-FFBDB293DB4C}" srcId="{69C5E09E-D7FF-4DE5-8B1B-FBDB6836A11B}" destId="{81D82CE5-520E-4A84-8709-F6816312A8CD}" srcOrd="2" destOrd="0" parTransId="{FBF68E89-CC41-4BB1-90DF-82826128D027}" sibTransId="{DAE1FBC4-CF14-4A71-B101-91E32FA18D14}"/>
    <dgm:cxn modelId="{0A394EC5-CE8F-42D1-9C79-568537D10DF8}" srcId="{69C5E09E-D7FF-4DE5-8B1B-FBDB6836A11B}" destId="{11AAA21A-8C3D-4A84-A377-9F14F5B4413E}" srcOrd="1" destOrd="0" parTransId="{0805C945-E21A-42E1-AB86-AD00972F8BD4}" sibTransId="{0A95338E-F9DA-4DDF-A2C5-DF398245DDA6}"/>
    <dgm:cxn modelId="{BF4C5812-AFF1-41B3-960F-4D06D4BB55D5}" type="presParOf" srcId="{8FBE7005-A938-4C43-85F8-D48F4EAFF0D1}" destId="{D7DA781A-7D6E-4A35-8E80-9908A376FBF9}" srcOrd="0" destOrd="0" presId="urn:microsoft.com/office/officeart/2018/2/layout/IconVerticalSolidList"/>
    <dgm:cxn modelId="{00F0DF68-99C2-4C01-9FCE-A9E07705986E}" type="presParOf" srcId="{D7DA781A-7D6E-4A35-8E80-9908A376FBF9}" destId="{96E29370-B592-4942-9DB8-EC553E903FCB}" srcOrd="0" destOrd="0" presId="urn:microsoft.com/office/officeart/2018/2/layout/IconVerticalSolidList"/>
    <dgm:cxn modelId="{DACB0FD7-36D2-4A40-80D7-2166CDBA3F66}" type="presParOf" srcId="{D7DA781A-7D6E-4A35-8E80-9908A376FBF9}" destId="{EBB1303C-1AED-4DF1-AAA4-139D9E854467}" srcOrd="1" destOrd="0" presId="urn:microsoft.com/office/officeart/2018/2/layout/IconVerticalSolidList"/>
    <dgm:cxn modelId="{54A54401-46E2-4740-BB2F-FF0A00D71421}" type="presParOf" srcId="{D7DA781A-7D6E-4A35-8E80-9908A376FBF9}" destId="{5DB66CA0-349E-43A5-AD72-FFF56691329D}" srcOrd="2" destOrd="0" presId="urn:microsoft.com/office/officeart/2018/2/layout/IconVerticalSolidList"/>
    <dgm:cxn modelId="{BD3DC066-0494-476B-8746-DF4A3D4F42F5}" type="presParOf" srcId="{D7DA781A-7D6E-4A35-8E80-9908A376FBF9}" destId="{190FE132-0C7D-4594-8A7A-5654FD68B8D1}" srcOrd="3" destOrd="0" presId="urn:microsoft.com/office/officeart/2018/2/layout/IconVerticalSolidList"/>
    <dgm:cxn modelId="{A1B71AB7-0018-44B6-AFC9-76C9B82D28DB}" type="presParOf" srcId="{8FBE7005-A938-4C43-85F8-D48F4EAFF0D1}" destId="{91829AE9-8A73-4B0D-9A06-BA0DE1CD6544}" srcOrd="1" destOrd="0" presId="urn:microsoft.com/office/officeart/2018/2/layout/IconVerticalSolidList"/>
    <dgm:cxn modelId="{514D464B-5E3E-4D2C-A483-813F2D9B27D3}" type="presParOf" srcId="{8FBE7005-A938-4C43-85F8-D48F4EAFF0D1}" destId="{FBA2C47D-EF12-418F-A62E-E2D4C5EE7FBA}" srcOrd="2" destOrd="0" presId="urn:microsoft.com/office/officeart/2018/2/layout/IconVerticalSolidList"/>
    <dgm:cxn modelId="{EA7AD1CA-866F-4DE5-8368-49E184967274}" type="presParOf" srcId="{FBA2C47D-EF12-418F-A62E-E2D4C5EE7FBA}" destId="{BD12672C-1F2C-4004-9DAB-8C71494AB0C1}" srcOrd="0" destOrd="0" presId="urn:microsoft.com/office/officeart/2018/2/layout/IconVerticalSolidList"/>
    <dgm:cxn modelId="{63F313AB-5D8E-4D11-B7A8-A274C4298102}" type="presParOf" srcId="{FBA2C47D-EF12-418F-A62E-E2D4C5EE7FBA}" destId="{1A1BD453-B912-492B-90BA-7A6058AE3A64}" srcOrd="1" destOrd="0" presId="urn:microsoft.com/office/officeart/2018/2/layout/IconVerticalSolidList"/>
    <dgm:cxn modelId="{CC4836B9-8999-4DDF-AB39-E516D1BF4BC1}" type="presParOf" srcId="{FBA2C47D-EF12-418F-A62E-E2D4C5EE7FBA}" destId="{6B8094B2-EAB5-4359-996D-89196023BFCC}" srcOrd="2" destOrd="0" presId="urn:microsoft.com/office/officeart/2018/2/layout/IconVerticalSolidList"/>
    <dgm:cxn modelId="{C41E5A0B-88F5-4580-B17A-DC9415772938}" type="presParOf" srcId="{FBA2C47D-EF12-418F-A62E-E2D4C5EE7FBA}" destId="{04931101-4B60-4F62-BE1A-0C473E3AA51D}" srcOrd="3" destOrd="0" presId="urn:microsoft.com/office/officeart/2018/2/layout/IconVerticalSolidList"/>
    <dgm:cxn modelId="{5D92299C-6017-457F-95BB-EB2985D49456}" type="presParOf" srcId="{8FBE7005-A938-4C43-85F8-D48F4EAFF0D1}" destId="{5748F628-2B2A-4FF8-B5C6-01F046651889}" srcOrd="3" destOrd="0" presId="urn:microsoft.com/office/officeart/2018/2/layout/IconVerticalSolidList"/>
    <dgm:cxn modelId="{A8D67043-663A-45A5-921D-87ABF0128DCF}" type="presParOf" srcId="{8FBE7005-A938-4C43-85F8-D48F4EAFF0D1}" destId="{77CACE52-3C50-47F5-B250-23CAA85FBCB3}" srcOrd="4" destOrd="0" presId="urn:microsoft.com/office/officeart/2018/2/layout/IconVerticalSolidList"/>
    <dgm:cxn modelId="{808C492A-C435-4EA7-B661-06465942EC50}" type="presParOf" srcId="{77CACE52-3C50-47F5-B250-23CAA85FBCB3}" destId="{610CB686-6365-4BD4-AD09-9A6A757A386C}" srcOrd="0" destOrd="0" presId="urn:microsoft.com/office/officeart/2018/2/layout/IconVerticalSolidList"/>
    <dgm:cxn modelId="{8C413E08-B2F8-4CA7-A275-8DA0FCD2F0CE}" type="presParOf" srcId="{77CACE52-3C50-47F5-B250-23CAA85FBCB3}" destId="{F6CAA2C1-8415-45DD-B01F-9A771F803505}" srcOrd="1" destOrd="0" presId="urn:microsoft.com/office/officeart/2018/2/layout/IconVerticalSolidList"/>
    <dgm:cxn modelId="{D1AC3A3D-BE94-4DC7-BB7A-FBB3473EBCFD}" type="presParOf" srcId="{77CACE52-3C50-47F5-B250-23CAA85FBCB3}" destId="{7D1568C2-9B80-4616-9170-832E422CC1DB}" srcOrd="2" destOrd="0" presId="urn:microsoft.com/office/officeart/2018/2/layout/IconVerticalSolidList"/>
    <dgm:cxn modelId="{B3B0DD21-6947-4946-8972-E0EF0BEB7978}" type="presParOf" srcId="{77CACE52-3C50-47F5-B250-23CAA85FBCB3}" destId="{F4BA7EDE-0907-433D-8A57-74B31B0F842A}" srcOrd="3" destOrd="0" presId="urn:microsoft.com/office/officeart/2018/2/layout/IconVerticalSolidList"/>
    <dgm:cxn modelId="{5DA11A20-6708-4CF3-8FC2-CA55DDD6D821}" type="presParOf" srcId="{8FBE7005-A938-4C43-85F8-D48F4EAFF0D1}" destId="{187C7537-077D-4E8D-AE06-12C9BE7BB98F}" srcOrd="5" destOrd="0" presId="urn:microsoft.com/office/officeart/2018/2/layout/IconVerticalSolidList"/>
    <dgm:cxn modelId="{7F0CCF6B-8CBC-45A4-8C14-A7DB7DAB6D2C}" type="presParOf" srcId="{8FBE7005-A938-4C43-85F8-D48F4EAFF0D1}" destId="{78C60C6A-AC07-49C9-8295-F80F61A54CF2}" srcOrd="6" destOrd="0" presId="urn:microsoft.com/office/officeart/2018/2/layout/IconVerticalSolidList"/>
    <dgm:cxn modelId="{7E54F1AB-623D-42A0-8039-D61430A952DB}" type="presParOf" srcId="{78C60C6A-AC07-49C9-8295-F80F61A54CF2}" destId="{89ABACDE-7B17-4DF2-8B28-85C00E6583C8}" srcOrd="0" destOrd="0" presId="urn:microsoft.com/office/officeart/2018/2/layout/IconVerticalSolidList"/>
    <dgm:cxn modelId="{5751C8CA-9265-410E-9399-015DFEA73585}" type="presParOf" srcId="{78C60C6A-AC07-49C9-8295-F80F61A54CF2}" destId="{0601967E-2C9B-473C-A67A-9B1B2486417B}" srcOrd="1" destOrd="0" presId="urn:microsoft.com/office/officeart/2018/2/layout/IconVerticalSolidList"/>
    <dgm:cxn modelId="{682F29B2-C4F9-4151-8F99-8BC47030018B}" type="presParOf" srcId="{78C60C6A-AC07-49C9-8295-F80F61A54CF2}" destId="{7D855625-DC1B-48E9-A972-527A13FF64A7}" srcOrd="2" destOrd="0" presId="urn:microsoft.com/office/officeart/2018/2/layout/IconVerticalSolidList"/>
    <dgm:cxn modelId="{898E46B2-54A7-4DC6-87AB-A31AEA26F2F1}" type="presParOf" srcId="{78C60C6A-AC07-49C9-8295-F80F61A54CF2}" destId="{3B5A813F-E6FD-46CF-83EB-4F0FBB0AF3E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DAF7130-6D52-40F0-A042-48FEBD39063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C35550E-E79B-48CA-B980-9C1D8E50C782}">
      <dgm:prSet custT="1"/>
      <dgm:spPr/>
      <dgm:t>
        <a:bodyPr/>
        <a:lstStyle/>
        <a:p>
          <a:r>
            <a:rPr lang="en-ZA" sz="2400" dirty="0"/>
            <a:t>Limitations: Cannot predict injuries, tactical changes, or referee decisions </a:t>
          </a:r>
          <a:endParaRPr lang="en-US" sz="2400" dirty="0"/>
        </a:p>
      </dgm:t>
    </dgm:pt>
    <dgm:pt modelId="{2C160C71-3343-486E-80C0-3ABCCA03B46F}" type="parTrans" cxnId="{3B550B11-204D-4FBA-846B-FF0B7FB9C9FA}">
      <dgm:prSet/>
      <dgm:spPr/>
      <dgm:t>
        <a:bodyPr/>
        <a:lstStyle/>
        <a:p>
          <a:endParaRPr lang="en-US"/>
        </a:p>
      </dgm:t>
    </dgm:pt>
    <dgm:pt modelId="{75FDF517-F1A4-4B02-9555-81037A693869}" type="sibTrans" cxnId="{3B550B11-204D-4FBA-846B-FF0B7FB9C9FA}">
      <dgm:prSet/>
      <dgm:spPr/>
      <dgm:t>
        <a:bodyPr/>
        <a:lstStyle/>
        <a:p>
          <a:endParaRPr lang="en-US"/>
        </a:p>
      </dgm:t>
    </dgm:pt>
    <dgm:pt modelId="{A7A3F9C4-D8B9-463E-A60B-0D5B60075F78}">
      <dgm:prSet custT="1"/>
      <dgm:spPr/>
      <dgm:t>
        <a:bodyPr/>
        <a:lstStyle/>
        <a:p>
          <a:r>
            <a:rPr lang="en-ZA" sz="2000" dirty="0"/>
            <a:t>Does not include player-level statistics- Knockout football inherently high-variance- Simplified bracket structure</a:t>
          </a:r>
          <a:endParaRPr lang="en-US" sz="2000" dirty="0"/>
        </a:p>
      </dgm:t>
    </dgm:pt>
    <dgm:pt modelId="{75B72447-6CD3-47CA-B33D-A54E8DB349DF}" type="parTrans" cxnId="{906FDB00-9AED-4050-9310-8697602F7BBE}">
      <dgm:prSet/>
      <dgm:spPr/>
      <dgm:t>
        <a:bodyPr/>
        <a:lstStyle/>
        <a:p>
          <a:endParaRPr lang="en-US"/>
        </a:p>
      </dgm:t>
    </dgm:pt>
    <dgm:pt modelId="{8827D378-9474-484F-ACC7-C646FB71F147}" type="sibTrans" cxnId="{906FDB00-9AED-4050-9310-8697602F7BBE}">
      <dgm:prSet/>
      <dgm:spPr/>
      <dgm:t>
        <a:bodyPr/>
        <a:lstStyle/>
        <a:p>
          <a:endParaRPr lang="en-US"/>
        </a:p>
      </dgm:t>
    </dgm:pt>
    <dgm:pt modelId="{CB941C6D-80C7-4B76-B82D-A3F7CFE40222}">
      <dgm:prSet custT="1"/>
      <dgm:spPr/>
      <dgm:t>
        <a:bodyPr/>
        <a:lstStyle/>
        <a:p>
          <a:r>
            <a:rPr lang="en-ZA" sz="2400" dirty="0"/>
            <a:t>Clinical-Data Science Parallel As a physician and data scientist, </a:t>
          </a:r>
          <a:endParaRPr lang="en-US" sz="2400" dirty="0"/>
        </a:p>
      </dgm:t>
    </dgm:pt>
    <dgm:pt modelId="{0CA5ABB1-EC5D-424B-B25A-9236781ED689}" type="parTrans" cxnId="{7A98510C-C058-4E6F-9F58-663F98827349}">
      <dgm:prSet/>
      <dgm:spPr/>
      <dgm:t>
        <a:bodyPr/>
        <a:lstStyle/>
        <a:p>
          <a:endParaRPr lang="en-US"/>
        </a:p>
      </dgm:t>
    </dgm:pt>
    <dgm:pt modelId="{B51DE969-0378-4C24-82B6-52ACFE7C69E6}" type="sibTrans" cxnId="{7A98510C-C058-4E6F-9F58-663F98827349}">
      <dgm:prSet/>
      <dgm:spPr/>
      <dgm:t>
        <a:bodyPr/>
        <a:lstStyle/>
        <a:p>
          <a:endParaRPr lang="en-US"/>
        </a:p>
      </dgm:t>
    </dgm:pt>
    <dgm:pt modelId="{13EF5810-5ED2-40EA-870E-54F392705D8F}">
      <dgm:prSet custT="1"/>
      <dgm:spPr/>
      <dgm:t>
        <a:bodyPr/>
        <a:lstStyle/>
        <a:p>
          <a:r>
            <a:rPr lang="en-ZA" sz="1800" b="1" dirty="0">
              <a:solidFill>
                <a:schemeClr val="bg1"/>
              </a:solidFill>
            </a:rPr>
            <a:t>I recognize strong parallels:| Clinical Medicine | Football Analytics  Patient history | Team historical performance || Current vital signs | Current tournament form || APACHE/SOFA scores | Strength index || Mortality probability | Win probability || Evidence-based | Data-driven || Never certain| Never certain </a:t>
          </a:r>
          <a:r>
            <a:rPr lang="en-ZA" sz="1600" dirty="0"/>
            <a:t>|</a:t>
          </a:r>
          <a:endParaRPr lang="en-US" sz="1600" dirty="0"/>
        </a:p>
      </dgm:t>
    </dgm:pt>
    <dgm:pt modelId="{A9F5B91E-7D34-438A-9357-D7286E89B783}" type="parTrans" cxnId="{D77CAF3A-1487-497B-A07A-C0A4B9931870}">
      <dgm:prSet/>
      <dgm:spPr/>
      <dgm:t>
        <a:bodyPr/>
        <a:lstStyle/>
        <a:p>
          <a:endParaRPr lang="en-US"/>
        </a:p>
      </dgm:t>
    </dgm:pt>
    <dgm:pt modelId="{846E1417-2DDB-4878-BD4F-C8A16EB90650}" type="sibTrans" cxnId="{D77CAF3A-1487-497B-A07A-C0A4B9931870}">
      <dgm:prSet/>
      <dgm:spPr/>
      <dgm:t>
        <a:bodyPr/>
        <a:lstStyle/>
        <a:p>
          <a:endParaRPr lang="en-US"/>
        </a:p>
      </dgm:t>
    </dgm:pt>
    <dgm:pt modelId="{376EF34D-A1CC-41C6-9129-8FBD00E11922}" type="pres">
      <dgm:prSet presAssocID="{DDAF7130-6D52-40F0-A042-48FEBD390638}" presName="linear" presStyleCnt="0">
        <dgm:presLayoutVars>
          <dgm:animLvl val="lvl"/>
          <dgm:resizeHandles val="exact"/>
        </dgm:presLayoutVars>
      </dgm:prSet>
      <dgm:spPr/>
    </dgm:pt>
    <dgm:pt modelId="{CEE5C002-AA7D-4E6D-91EC-D18408628906}" type="pres">
      <dgm:prSet presAssocID="{FC35550E-E79B-48CA-B980-9C1D8E50C78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A1EFB9C-E6B0-436B-928D-A4D3B2FD16EC}" type="pres">
      <dgm:prSet presAssocID="{75FDF517-F1A4-4B02-9555-81037A693869}" presName="spacer" presStyleCnt="0"/>
      <dgm:spPr/>
    </dgm:pt>
    <dgm:pt modelId="{CA1E3EC2-A39D-423E-B70C-54DAA4B66565}" type="pres">
      <dgm:prSet presAssocID="{A7A3F9C4-D8B9-463E-A60B-0D5B60075F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68B4CF3-2AFB-44C7-9601-8A74460565AC}" type="pres">
      <dgm:prSet presAssocID="{8827D378-9474-484F-ACC7-C646FB71F147}" presName="spacer" presStyleCnt="0"/>
      <dgm:spPr/>
    </dgm:pt>
    <dgm:pt modelId="{8E487BB5-846E-4CB4-8658-C75DE64234FC}" type="pres">
      <dgm:prSet presAssocID="{CB941C6D-80C7-4B76-B82D-A3F7CFE4022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68F419E-D394-4FE7-9501-734CF7C440B6}" type="pres">
      <dgm:prSet presAssocID="{B51DE969-0378-4C24-82B6-52ACFE7C69E6}" presName="spacer" presStyleCnt="0"/>
      <dgm:spPr/>
    </dgm:pt>
    <dgm:pt modelId="{AC4DDCA1-EA2A-49FD-A65C-355E45EFBE88}" type="pres">
      <dgm:prSet presAssocID="{13EF5810-5ED2-40EA-870E-54F392705D8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06FDB00-9AED-4050-9310-8697602F7BBE}" srcId="{DDAF7130-6D52-40F0-A042-48FEBD390638}" destId="{A7A3F9C4-D8B9-463E-A60B-0D5B60075F78}" srcOrd="1" destOrd="0" parTransId="{75B72447-6CD3-47CA-B33D-A54E8DB349DF}" sibTransId="{8827D378-9474-484F-ACC7-C646FB71F147}"/>
    <dgm:cxn modelId="{7A98510C-C058-4E6F-9F58-663F98827349}" srcId="{DDAF7130-6D52-40F0-A042-48FEBD390638}" destId="{CB941C6D-80C7-4B76-B82D-A3F7CFE40222}" srcOrd="2" destOrd="0" parTransId="{0CA5ABB1-EC5D-424B-B25A-9236781ED689}" sibTransId="{B51DE969-0378-4C24-82B6-52ACFE7C69E6}"/>
    <dgm:cxn modelId="{3B550B11-204D-4FBA-846B-FF0B7FB9C9FA}" srcId="{DDAF7130-6D52-40F0-A042-48FEBD390638}" destId="{FC35550E-E79B-48CA-B980-9C1D8E50C782}" srcOrd="0" destOrd="0" parTransId="{2C160C71-3343-486E-80C0-3ABCCA03B46F}" sibTransId="{75FDF517-F1A4-4B02-9555-81037A693869}"/>
    <dgm:cxn modelId="{E7AA2920-B969-40C5-BD57-B100D563782C}" type="presOf" srcId="{A7A3F9C4-D8B9-463E-A60B-0D5B60075F78}" destId="{CA1E3EC2-A39D-423E-B70C-54DAA4B66565}" srcOrd="0" destOrd="0" presId="urn:microsoft.com/office/officeart/2005/8/layout/vList2"/>
    <dgm:cxn modelId="{D77CAF3A-1487-497B-A07A-C0A4B9931870}" srcId="{DDAF7130-6D52-40F0-A042-48FEBD390638}" destId="{13EF5810-5ED2-40EA-870E-54F392705D8F}" srcOrd="3" destOrd="0" parTransId="{A9F5B91E-7D34-438A-9357-D7286E89B783}" sibTransId="{846E1417-2DDB-4878-BD4F-C8A16EB90650}"/>
    <dgm:cxn modelId="{8FF20B6D-BB88-4F8D-82FF-BA715938C6A5}" type="presOf" srcId="{CB941C6D-80C7-4B76-B82D-A3F7CFE40222}" destId="{8E487BB5-846E-4CB4-8658-C75DE64234FC}" srcOrd="0" destOrd="0" presId="urn:microsoft.com/office/officeart/2005/8/layout/vList2"/>
    <dgm:cxn modelId="{CE08F7B5-598D-4D29-A872-0E26C1A75A5F}" type="presOf" srcId="{13EF5810-5ED2-40EA-870E-54F392705D8F}" destId="{AC4DDCA1-EA2A-49FD-A65C-355E45EFBE88}" srcOrd="0" destOrd="0" presId="urn:microsoft.com/office/officeart/2005/8/layout/vList2"/>
    <dgm:cxn modelId="{92B794BB-4FC4-4C56-9EE9-B2B6BA3CFC4B}" type="presOf" srcId="{FC35550E-E79B-48CA-B980-9C1D8E50C782}" destId="{CEE5C002-AA7D-4E6D-91EC-D18408628906}" srcOrd="0" destOrd="0" presId="urn:microsoft.com/office/officeart/2005/8/layout/vList2"/>
    <dgm:cxn modelId="{A46772FB-9D18-49DD-B672-699063C8AB6B}" type="presOf" srcId="{DDAF7130-6D52-40F0-A042-48FEBD390638}" destId="{376EF34D-A1CC-41C6-9129-8FBD00E11922}" srcOrd="0" destOrd="0" presId="urn:microsoft.com/office/officeart/2005/8/layout/vList2"/>
    <dgm:cxn modelId="{12079FF1-D2FD-4A39-8E05-E4A0A22E1D49}" type="presParOf" srcId="{376EF34D-A1CC-41C6-9129-8FBD00E11922}" destId="{CEE5C002-AA7D-4E6D-91EC-D18408628906}" srcOrd="0" destOrd="0" presId="urn:microsoft.com/office/officeart/2005/8/layout/vList2"/>
    <dgm:cxn modelId="{58272C6E-BDF0-4E62-A402-5EE965FC7667}" type="presParOf" srcId="{376EF34D-A1CC-41C6-9129-8FBD00E11922}" destId="{7A1EFB9C-E6B0-436B-928D-A4D3B2FD16EC}" srcOrd="1" destOrd="0" presId="urn:microsoft.com/office/officeart/2005/8/layout/vList2"/>
    <dgm:cxn modelId="{21DF9870-3EFD-48CB-87DB-890AEEB5D834}" type="presParOf" srcId="{376EF34D-A1CC-41C6-9129-8FBD00E11922}" destId="{CA1E3EC2-A39D-423E-B70C-54DAA4B66565}" srcOrd="2" destOrd="0" presId="urn:microsoft.com/office/officeart/2005/8/layout/vList2"/>
    <dgm:cxn modelId="{D5000C9F-4949-4331-90EB-480DEA301545}" type="presParOf" srcId="{376EF34D-A1CC-41C6-9129-8FBD00E11922}" destId="{768B4CF3-2AFB-44C7-9601-8A74460565AC}" srcOrd="3" destOrd="0" presId="urn:microsoft.com/office/officeart/2005/8/layout/vList2"/>
    <dgm:cxn modelId="{D8AFF35C-F8AA-4944-94F3-D3E349C2A6B4}" type="presParOf" srcId="{376EF34D-A1CC-41C6-9129-8FBD00E11922}" destId="{8E487BB5-846E-4CB4-8658-C75DE64234FC}" srcOrd="4" destOrd="0" presId="urn:microsoft.com/office/officeart/2005/8/layout/vList2"/>
    <dgm:cxn modelId="{9C7EA4FB-4033-443B-80AF-52A84C8AA990}" type="presParOf" srcId="{376EF34D-A1CC-41C6-9129-8FBD00E11922}" destId="{468F419E-D394-4FE7-9501-734CF7C440B6}" srcOrd="5" destOrd="0" presId="urn:microsoft.com/office/officeart/2005/8/layout/vList2"/>
    <dgm:cxn modelId="{4DD5D7B1-32DB-4DAA-976C-244EEDDA11C9}" type="presParOf" srcId="{376EF34D-A1CC-41C6-9129-8FBD00E11922}" destId="{AC4DDCA1-EA2A-49FD-A65C-355E45EFBE8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8437EDF-A1FB-463C-8474-4D339CEE48D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963A605-B2AA-4D11-9D28-F0C8C4542D67}">
      <dgm:prSet custT="1"/>
      <dgm:spPr/>
      <dgm:t>
        <a:bodyPr/>
        <a:lstStyle/>
        <a:p>
          <a:r>
            <a:rPr lang="en-US" sz="3200" dirty="0"/>
            <a:t>Bottom Line</a:t>
          </a:r>
        </a:p>
      </dgm:t>
    </dgm:pt>
    <dgm:pt modelId="{4E5E727A-0E02-4429-AC72-2C3697B02536}" type="parTrans" cxnId="{69811896-B5DB-4ADB-B8A2-2CFBAE102A65}">
      <dgm:prSet/>
      <dgm:spPr/>
      <dgm:t>
        <a:bodyPr/>
        <a:lstStyle/>
        <a:p>
          <a:endParaRPr lang="en-US"/>
        </a:p>
      </dgm:t>
    </dgm:pt>
    <dgm:pt modelId="{084DC5ED-BC01-43E2-824C-7EE99F88C786}" type="sibTrans" cxnId="{69811896-B5DB-4ADB-B8A2-2CFBAE102A65}">
      <dgm:prSet/>
      <dgm:spPr/>
      <dgm:t>
        <a:bodyPr/>
        <a:lstStyle/>
        <a:p>
          <a:endParaRPr lang="en-US"/>
        </a:p>
      </dgm:t>
    </dgm:pt>
    <dgm:pt modelId="{0A9ED148-F189-40A0-B951-364112FA10DD}">
      <dgm:prSet custT="1"/>
      <dgm:spPr/>
      <dgm:t>
        <a:bodyPr/>
        <a:lstStyle/>
        <a:p>
          <a:r>
            <a:rPr lang="en-US" sz="2800" dirty="0"/>
            <a:t>Egypt is the statistical favorite, but the tournament remains wide open.</a:t>
          </a:r>
        </a:p>
      </dgm:t>
    </dgm:pt>
    <dgm:pt modelId="{F9EBB444-F562-450D-B47B-3D09B14A8264}" type="parTrans" cxnId="{8D4CDC6A-D573-4DCF-94EB-4DDE07CD2A3C}">
      <dgm:prSet/>
      <dgm:spPr/>
      <dgm:t>
        <a:bodyPr/>
        <a:lstStyle/>
        <a:p>
          <a:endParaRPr lang="en-US"/>
        </a:p>
      </dgm:t>
    </dgm:pt>
    <dgm:pt modelId="{7DC48461-2EF0-40F1-8743-41F296109881}" type="sibTrans" cxnId="{8D4CDC6A-D573-4DCF-94EB-4DDE07CD2A3C}">
      <dgm:prSet/>
      <dgm:spPr/>
      <dgm:t>
        <a:bodyPr/>
        <a:lstStyle/>
        <a:p>
          <a:endParaRPr lang="en-US"/>
        </a:p>
      </dgm:t>
    </dgm:pt>
    <dgm:pt modelId="{3BE1F51F-39F1-4FD0-9F27-93AA83EA1863}">
      <dgm:prSet custT="1"/>
      <dgm:spPr/>
      <dgm:t>
        <a:bodyPr/>
        <a:lstStyle/>
        <a:p>
          <a:r>
            <a:rPr lang="en-US" sz="2800" dirty="0"/>
            <a:t>The top 5 teams are separated by less than 10 percentage points. In knockout football, anything can happen. </a:t>
          </a:r>
        </a:p>
      </dgm:t>
    </dgm:pt>
    <dgm:pt modelId="{2E83920A-1BDD-4D2C-96C2-DB3BDC1CAF3F}" type="parTrans" cxnId="{BCE80B63-B009-44D8-B4CA-86E7FDFE7B97}">
      <dgm:prSet/>
      <dgm:spPr/>
      <dgm:t>
        <a:bodyPr/>
        <a:lstStyle/>
        <a:p>
          <a:endParaRPr lang="en-US"/>
        </a:p>
      </dgm:t>
    </dgm:pt>
    <dgm:pt modelId="{DBE919D3-AC2D-464D-ACC6-CAAB3AF5B001}" type="sibTrans" cxnId="{BCE80B63-B009-44D8-B4CA-86E7FDFE7B97}">
      <dgm:prSet/>
      <dgm:spPr/>
      <dgm:t>
        <a:bodyPr/>
        <a:lstStyle/>
        <a:p>
          <a:endParaRPr lang="en-US"/>
        </a:p>
      </dgm:t>
    </dgm:pt>
    <dgm:pt modelId="{A6E03A7F-F567-42F3-B62C-4AB1B43B6E43}">
      <dgm:prSet custT="1"/>
      <dgm:spPr/>
      <dgm:t>
        <a:bodyPr/>
        <a:lstStyle/>
        <a:p>
          <a:r>
            <a:rPr lang="en-US" sz="500" dirty="0"/>
            <a:t>This model </a:t>
          </a:r>
          <a:r>
            <a:rPr lang="en-US" sz="3200" dirty="0"/>
            <a:t>provides evidence-based guidance, not prophecy</a:t>
          </a:r>
          <a:r>
            <a:rPr lang="en-US" sz="500" dirty="0"/>
            <a:t>.</a:t>
          </a:r>
        </a:p>
      </dgm:t>
    </dgm:pt>
    <dgm:pt modelId="{B85414AD-3AB9-464B-AA10-B745E50B9883}" type="parTrans" cxnId="{4F6151D7-8391-4EF0-817C-FD9BF36D8F1A}">
      <dgm:prSet/>
      <dgm:spPr/>
      <dgm:t>
        <a:bodyPr/>
        <a:lstStyle/>
        <a:p>
          <a:endParaRPr lang="en-US"/>
        </a:p>
      </dgm:t>
    </dgm:pt>
    <dgm:pt modelId="{D7D2F3EB-7EB0-4FE3-89D4-576D0E19D475}" type="sibTrans" cxnId="{4F6151D7-8391-4EF0-817C-FD9BF36D8F1A}">
      <dgm:prSet/>
      <dgm:spPr/>
      <dgm:t>
        <a:bodyPr/>
        <a:lstStyle/>
        <a:p>
          <a:endParaRPr lang="en-US"/>
        </a:p>
      </dgm:t>
    </dgm:pt>
    <dgm:pt modelId="{9292D289-111E-4AAD-A934-F8D1FBB30A0E}">
      <dgm:prSet custT="1"/>
      <dgm:spPr/>
      <dgm:t>
        <a:bodyPr/>
        <a:lstStyle/>
        <a:p>
          <a:r>
            <a:rPr lang="en-US" sz="3600" dirty="0"/>
            <a:t>May the best team win. 🏆⚽</a:t>
          </a:r>
        </a:p>
      </dgm:t>
    </dgm:pt>
    <dgm:pt modelId="{5D869092-5BAD-4319-A4C0-ADCDF3587CEE}" type="parTrans" cxnId="{50CD3FDE-EF0F-4000-ADD9-66FFB95F94A3}">
      <dgm:prSet/>
      <dgm:spPr/>
      <dgm:t>
        <a:bodyPr/>
        <a:lstStyle/>
        <a:p>
          <a:endParaRPr lang="en-US"/>
        </a:p>
      </dgm:t>
    </dgm:pt>
    <dgm:pt modelId="{30181F76-3D29-4A1E-A6CD-B5E3007FED38}" type="sibTrans" cxnId="{50CD3FDE-EF0F-4000-ADD9-66FFB95F94A3}">
      <dgm:prSet/>
      <dgm:spPr/>
      <dgm:t>
        <a:bodyPr/>
        <a:lstStyle/>
        <a:p>
          <a:endParaRPr lang="en-US"/>
        </a:p>
      </dgm:t>
    </dgm:pt>
    <dgm:pt modelId="{0DE95A98-0D73-465C-927C-6C7EE0655560}" type="pres">
      <dgm:prSet presAssocID="{08437EDF-A1FB-463C-8474-4D339CEE48DF}" presName="linear" presStyleCnt="0">
        <dgm:presLayoutVars>
          <dgm:animLvl val="lvl"/>
          <dgm:resizeHandles val="exact"/>
        </dgm:presLayoutVars>
      </dgm:prSet>
      <dgm:spPr/>
    </dgm:pt>
    <dgm:pt modelId="{20B06E09-D8C9-4D85-898B-999F5BB1148A}" type="pres">
      <dgm:prSet presAssocID="{2963A605-B2AA-4D11-9D28-F0C8C4542D67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4F84A13-C517-4419-BBDF-54AEC8BA6215}" type="pres">
      <dgm:prSet presAssocID="{084DC5ED-BC01-43E2-824C-7EE99F88C786}" presName="spacer" presStyleCnt="0"/>
      <dgm:spPr/>
    </dgm:pt>
    <dgm:pt modelId="{C7593DFD-7226-4DA0-A0F4-2F23846EE3A5}" type="pres">
      <dgm:prSet presAssocID="{0A9ED148-F189-40A0-B951-364112FA10DD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2E3F87C-231D-45F6-BD94-BF0DD3D02027}" type="pres">
      <dgm:prSet presAssocID="{7DC48461-2EF0-40F1-8743-41F296109881}" presName="spacer" presStyleCnt="0"/>
      <dgm:spPr/>
    </dgm:pt>
    <dgm:pt modelId="{BF27FEA7-9AED-4769-900D-B92BD5EBB346}" type="pres">
      <dgm:prSet presAssocID="{3BE1F51F-39F1-4FD0-9F27-93AA83EA186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5470D54-C6E1-4218-ABB9-7FA18F613069}" type="pres">
      <dgm:prSet presAssocID="{DBE919D3-AC2D-464D-ACC6-CAAB3AF5B001}" presName="spacer" presStyleCnt="0"/>
      <dgm:spPr/>
    </dgm:pt>
    <dgm:pt modelId="{C2130DC6-E8D9-43CB-AEA6-30F48E2925E4}" type="pres">
      <dgm:prSet presAssocID="{A6E03A7F-F567-42F3-B62C-4AB1B43B6E4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AAF1890-7549-44AD-BC85-C1D3A3543F58}" type="pres">
      <dgm:prSet presAssocID="{D7D2F3EB-7EB0-4FE3-89D4-576D0E19D475}" presName="spacer" presStyleCnt="0"/>
      <dgm:spPr/>
    </dgm:pt>
    <dgm:pt modelId="{97058D91-935C-4407-9878-EEA2AC8D2219}" type="pres">
      <dgm:prSet presAssocID="{9292D289-111E-4AAD-A934-F8D1FBB30A0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5DBD30B-00D3-45DC-8508-836722D3973B}" type="presOf" srcId="{08437EDF-A1FB-463C-8474-4D339CEE48DF}" destId="{0DE95A98-0D73-465C-927C-6C7EE0655560}" srcOrd="0" destOrd="0" presId="urn:microsoft.com/office/officeart/2005/8/layout/vList2"/>
    <dgm:cxn modelId="{BCE80B63-B009-44D8-B4CA-86E7FDFE7B97}" srcId="{08437EDF-A1FB-463C-8474-4D339CEE48DF}" destId="{3BE1F51F-39F1-4FD0-9F27-93AA83EA1863}" srcOrd="2" destOrd="0" parTransId="{2E83920A-1BDD-4D2C-96C2-DB3BDC1CAF3F}" sibTransId="{DBE919D3-AC2D-464D-ACC6-CAAB3AF5B001}"/>
    <dgm:cxn modelId="{8D4CDC6A-D573-4DCF-94EB-4DDE07CD2A3C}" srcId="{08437EDF-A1FB-463C-8474-4D339CEE48DF}" destId="{0A9ED148-F189-40A0-B951-364112FA10DD}" srcOrd="1" destOrd="0" parTransId="{F9EBB444-F562-450D-B47B-3D09B14A8264}" sibTransId="{7DC48461-2EF0-40F1-8743-41F296109881}"/>
    <dgm:cxn modelId="{22FC9D6F-D90B-421C-B7A2-1EB7EEF9A3C7}" type="presOf" srcId="{2963A605-B2AA-4D11-9D28-F0C8C4542D67}" destId="{20B06E09-D8C9-4D85-898B-999F5BB1148A}" srcOrd="0" destOrd="0" presId="urn:microsoft.com/office/officeart/2005/8/layout/vList2"/>
    <dgm:cxn modelId="{06088157-205A-4BC8-A66C-3195FC680E07}" type="presOf" srcId="{A6E03A7F-F567-42F3-B62C-4AB1B43B6E43}" destId="{C2130DC6-E8D9-43CB-AEA6-30F48E2925E4}" srcOrd="0" destOrd="0" presId="urn:microsoft.com/office/officeart/2005/8/layout/vList2"/>
    <dgm:cxn modelId="{1A7EAF7C-76FE-4228-8819-8F271C3D3272}" type="presOf" srcId="{3BE1F51F-39F1-4FD0-9F27-93AA83EA1863}" destId="{BF27FEA7-9AED-4769-900D-B92BD5EBB346}" srcOrd="0" destOrd="0" presId="urn:microsoft.com/office/officeart/2005/8/layout/vList2"/>
    <dgm:cxn modelId="{69811896-B5DB-4ADB-B8A2-2CFBAE102A65}" srcId="{08437EDF-A1FB-463C-8474-4D339CEE48DF}" destId="{2963A605-B2AA-4D11-9D28-F0C8C4542D67}" srcOrd="0" destOrd="0" parTransId="{4E5E727A-0E02-4429-AC72-2C3697B02536}" sibTransId="{084DC5ED-BC01-43E2-824C-7EE99F88C786}"/>
    <dgm:cxn modelId="{55D5169F-3725-40CF-9B5D-C3D274DE1A36}" type="presOf" srcId="{0A9ED148-F189-40A0-B951-364112FA10DD}" destId="{C7593DFD-7226-4DA0-A0F4-2F23846EE3A5}" srcOrd="0" destOrd="0" presId="urn:microsoft.com/office/officeart/2005/8/layout/vList2"/>
    <dgm:cxn modelId="{B63CC3BF-4EF7-4756-B0E3-92A1DF99F7C8}" type="presOf" srcId="{9292D289-111E-4AAD-A934-F8D1FBB30A0E}" destId="{97058D91-935C-4407-9878-EEA2AC8D2219}" srcOrd="0" destOrd="0" presId="urn:microsoft.com/office/officeart/2005/8/layout/vList2"/>
    <dgm:cxn modelId="{4F6151D7-8391-4EF0-817C-FD9BF36D8F1A}" srcId="{08437EDF-A1FB-463C-8474-4D339CEE48DF}" destId="{A6E03A7F-F567-42F3-B62C-4AB1B43B6E43}" srcOrd="3" destOrd="0" parTransId="{B85414AD-3AB9-464B-AA10-B745E50B9883}" sibTransId="{D7D2F3EB-7EB0-4FE3-89D4-576D0E19D475}"/>
    <dgm:cxn modelId="{50CD3FDE-EF0F-4000-ADD9-66FFB95F94A3}" srcId="{08437EDF-A1FB-463C-8474-4D339CEE48DF}" destId="{9292D289-111E-4AAD-A934-F8D1FBB30A0E}" srcOrd="4" destOrd="0" parTransId="{5D869092-5BAD-4319-A4C0-ADCDF3587CEE}" sibTransId="{30181F76-3D29-4A1E-A6CD-B5E3007FED38}"/>
    <dgm:cxn modelId="{003A375E-44D0-425E-899E-E54237E968BE}" type="presParOf" srcId="{0DE95A98-0D73-465C-927C-6C7EE0655560}" destId="{20B06E09-D8C9-4D85-898B-999F5BB1148A}" srcOrd="0" destOrd="0" presId="urn:microsoft.com/office/officeart/2005/8/layout/vList2"/>
    <dgm:cxn modelId="{9840241B-8FDF-40F8-A253-C385C7A78095}" type="presParOf" srcId="{0DE95A98-0D73-465C-927C-6C7EE0655560}" destId="{E4F84A13-C517-4419-BBDF-54AEC8BA6215}" srcOrd="1" destOrd="0" presId="urn:microsoft.com/office/officeart/2005/8/layout/vList2"/>
    <dgm:cxn modelId="{159D22A3-0A71-4B92-9CF4-C81C2D8E1EE4}" type="presParOf" srcId="{0DE95A98-0D73-465C-927C-6C7EE0655560}" destId="{C7593DFD-7226-4DA0-A0F4-2F23846EE3A5}" srcOrd="2" destOrd="0" presId="urn:microsoft.com/office/officeart/2005/8/layout/vList2"/>
    <dgm:cxn modelId="{080424ED-3693-4EEC-99A9-C24B7CCB8E07}" type="presParOf" srcId="{0DE95A98-0D73-465C-927C-6C7EE0655560}" destId="{92E3F87C-231D-45F6-BD94-BF0DD3D02027}" srcOrd="3" destOrd="0" presId="urn:microsoft.com/office/officeart/2005/8/layout/vList2"/>
    <dgm:cxn modelId="{FCDE81D8-1E89-4C27-B105-A1B0338877D0}" type="presParOf" srcId="{0DE95A98-0D73-465C-927C-6C7EE0655560}" destId="{BF27FEA7-9AED-4769-900D-B92BD5EBB346}" srcOrd="4" destOrd="0" presId="urn:microsoft.com/office/officeart/2005/8/layout/vList2"/>
    <dgm:cxn modelId="{AFA41C0A-0A7B-4FF2-8B86-8DC06D075D5E}" type="presParOf" srcId="{0DE95A98-0D73-465C-927C-6C7EE0655560}" destId="{45470D54-C6E1-4218-ABB9-7FA18F613069}" srcOrd="5" destOrd="0" presId="urn:microsoft.com/office/officeart/2005/8/layout/vList2"/>
    <dgm:cxn modelId="{1BBB2FD1-B19F-4F0D-8849-EA545C09A439}" type="presParOf" srcId="{0DE95A98-0D73-465C-927C-6C7EE0655560}" destId="{C2130DC6-E8D9-43CB-AEA6-30F48E2925E4}" srcOrd="6" destOrd="0" presId="urn:microsoft.com/office/officeart/2005/8/layout/vList2"/>
    <dgm:cxn modelId="{C601D816-0F22-458D-AFFC-DCDDBE59B0B0}" type="presParOf" srcId="{0DE95A98-0D73-465C-927C-6C7EE0655560}" destId="{3AAF1890-7549-44AD-BC85-C1D3A3543F58}" srcOrd="7" destOrd="0" presId="urn:microsoft.com/office/officeart/2005/8/layout/vList2"/>
    <dgm:cxn modelId="{D488D50B-A410-42B5-99A1-15D191575801}" type="presParOf" srcId="{0DE95A98-0D73-465C-927C-6C7EE0655560}" destId="{97058D91-935C-4407-9878-EEA2AC8D221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15A6C-5EB6-43AA-BD31-110D5986181A}">
      <dsp:nvSpPr>
        <dsp:cNvPr id="0" name=""/>
        <dsp:cNvSpPr/>
      </dsp:nvSpPr>
      <dsp:spPr>
        <a:xfrm>
          <a:off x="0" y="643574"/>
          <a:ext cx="2083385" cy="12500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Group Stage 2025:</a:t>
          </a:r>
        </a:p>
      </dsp:txBody>
      <dsp:txXfrm>
        <a:off x="0" y="643574"/>
        <a:ext cx="2083385" cy="1250031"/>
      </dsp:txXfrm>
    </dsp:sp>
    <dsp:sp modelId="{744609E2-A848-4C65-8A82-91CFA5B8F6DA}">
      <dsp:nvSpPr>
        <dsp:cNvPr id="0" name=""/>
        <dsp:cNvSpPr/>
      </dsp:nvSpPr>
      <dsp:spPr>
        <a:xfrm>
          <a:off x="2291723" y="643574"/>
          <a:ext cx="2083385" cy="125003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 Wins, 0 Draws, 0 Losses- </a:t>
          </a:r>
        </a:p>
      </dsp:txBody>
      <dsp:txXfrm>
        <a:off x="2291723" y="643574"/>
        <a:ext cx="2083385" cy="1250031"/>
      </dsp:txXfrm>
    </dsp:sp>
    <dsp:sp modelId="{4A00F12F-825A-4767-924A-081C1B78137E}">
      <dsp:nvSpPr>
        <dsp:cNvPr id="0" name=""/>
        <dsp:cNvSpPr/>
      </dsp:nvSpPr>
      <dsp:spPr>
        <a:xfrm>
          <a:off x="4583447" y="643574"/>
          <a:ext cx="2083385" cy="125003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Goals: 3 scored, 1 conceded</a:t>
          </a:r>
        </a:p>
      </dsp:txBody>
      <dsp:txXfrm>
        <a:off x="4583447" y="643574"/>
        <a:ext cx="2083385" cy="1250031"/>
      </dsp:txXfrm>
    </dsp:sp>
    <dsp:sp modelId="{121BC8C8-333B-49D8-A8FF-8382CE4DD0CE}">
      <dsp:nvSpPr>
        <dsp:cNvPr id="0" name=""/>
        <dsp:cNvSpPr/>
      </dsp:nvSpPr>
      <dsp:spPr>
        <a:xfrm>
          <a:off x="0" y="2101944"/>
          <a:ext cx="2083385" cy="125003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First team to qualify for Round of 16</a:t>
          </a:r>
        </a:p>
      </dsp:txBody>
      <dsp:txXfrm>
        <a:off x="0" y="2101944"/>
        <a:ext cx="2083385" cy="1250031"/>
      </dsp:txXfrm>
    </dsp:sp>
    <dsp:sp modelId="{4063F1C3-1A10-4880-9AF6-C2B6F04A14DC}">
      <dsp:nvSpPr>
        <dsp:cNvPr id="0" name=""/>
        <dsp:cNvSpPr/>
      </dsp:nvSpPr>
      <dsp:spPr>
        <a:xfrm>
          <a:off x="2291723" y="2101944"/>
          <a:ext cx="2083385" cy="1250031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📊 Statistical Excellence</a:t>
          </a:r>
        </a:p>
      </dsp:txBody>
      <dsp:txXfrm>
        <a:off x="2291723" y="2101944"/>
        <a:ext cx="2083385" cy="1250031"/>
      </dsp:txXfrm>
    </dsp:sp>
    <dsp:sp modelId="{2ACC9E04-3B0A-44AD-B48B-2D15227673A1}">
      <dsp:nvSpPr>
        <dsp:cNvPr id="0" name=""/>
        <dsp:cNvSpPr/>
      </dsp:nvSpPr>
      <dsp:spPr>
        <a:xfrm>
          <a:off x="4583447" y="2101944"/>
          <a:ext cx="2083385" cy="1250031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175 total goals scored (all-time record)</a:t>
          </a:r>
        </a:p>
      </dsp:txBody>
      <dsp:txXfrm>
        <a:off x="4583447" y="2101944"/>
        <a:ext cx="2083385" cy="1250031"/>
      </dsp:txXfrm>
    </dsp:sp>
    <dsp:sp modelId="{C027FBD8-C473-44E9-AC30-140750CFD9FA}">
      <dsp:nvSpPr>
        <dsp:cNvPr id="0" name=""/>
        <dsp:cNvSpPr/>
      </dsp:nvSpPr>
      <dsp:spPr>
        <a:xfrm>
          <a:off x="1145861" y="3560314"/>
          <a:ext cx="2083385" cy="125003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93% qualification success rate</a:t>
          </a:r>
        </a:p>
      </dsp:txBody>
      <dsp:txXfrm>
        <a:off x="1145861" y="3560314"/>
        <a:ext cx="2083385" cy="1250031"/>
      </dsp:txXfrm>
    </dsp:sp>
    <dsp:sp modelId="{B394F554-27F1-44AF-9D99-BDCFD660F8DE}">
      <dsp:nvSpPr>
        <dsp:cNvPr id="0" name=""/>
        <dsp:cNvSpPr/>
      </dsp:nvSpPr>
      <dsp:spPr>
        <a:xfrm>
          <a:off x="3437585" y="3560314"/>
          <a:ext cx="2083385" cy="1250031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 consecutive titles (2006, 2008, 2010)</a:t>
          </a:r>
        </a:p>
      </dsp:txBody>
      <dsp:txXfrm>
        <a:off x="3437585" y="3560314"/>
        <a:ext cx="2083385" cy="12500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0A44DC-2A3A-42A4-919C-87ADFB7027AF}">
      <dsp:nvSpPr>
        <dsp:cNvPr id="0" name=""/>
        <dsp:cNvSpPr/>
      </dsp:nvSpPr>
      <dsp:spPr>
        <a:xfrm>
          <a:off x="0" y="222118"/>
          <a:ext cx="3885776" cy="23314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🎯 The "Big 5" are Remarkably Close Teams ranked 2-5 (Nigeria, Ivory Coast, Cameroon, Morocco) have win probabilities within 1.4 percentage points (9.8% - 11.2%).</a:t>
          </a:r>
        </a:p>
      </dsp:txBody>
      <dsp:txXfrm>
        <a:off x="0" y="222118"/>
        <a:ext cx="3885776" cy="2331466"/>
      </dsp:txXfrm>
    </dsp:sp>
    <dsp:sp modelId="{E085900F-C1C9-41D1-B4D1-1C9E60FEF425}">
      <dsp:nvSpPr>
        <dsp:cNvPr id="0" name=""/>
        <dsp:cNvSpPr/>
      </dsp:nvSpPr>
      <dsp:spPr>
        <a:xfrm>
          <a:off x="4274354" y="222118"/>
          <a:ext cx="3885776" cy="2331466"/>
        </a:xfrm>
        <a:prstGeom prst="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The above suggests knockout stages will be highly competitive and unpredictable.</a:t>
          </a:r>
        </a:p>
      </dsp:txBody>
      <dsp:txXfrm>
        <a:off x="4274354" y="222118"/>
        <a:ext cx="3885776" cy="2331466"/>
      </dsp:txXfrm>
    </dsp:sp>
    <dsp:sp modelId="{4C341172-EC9E-4396-9C92-E12F1F5BE4CD}">
      <dsp:nvSpPr>
        <dsp:cNvPr id="0" name=""/>
        <dsp:cNvSpPr/>
      </dsp:nvSpPr>
      <dsp:spPr>
        <a:xfrm>
          <a:off x="8548709" y="222118"/>
          <a:ext cx="3885776" cy="2331466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🏠 Host Advantage is Real But Not Dominant </a:t>
          </a:r>
        </a:p>
      </dsp:txBody>
      <dsp:txXfrm>
        <a:off x="8548709" y="222118"/>
        <a:ext cx="3885776" cy="2331466"/>
      </dsp:txXfrm>
    </dsp:sp>
    <dsp:sp modelId="{59CC7051-1BA5-485E-8E2D-806E0E9A80F3}">
      <dsp:nvSpPr>
        <dsp:cNvPr id="0" name=""/>
        <dsp:cNvSpPr/>
      </dsp:nvSpPr>
      <dsp:spPr>
        <a:xfrm>
          <a:off x="2137177" y="2942162"/>
          <a:ext cx="3885776" cy="2331466"/>
        </a:xfrm>
        <a:prstGeom prst="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Morocco ranks 5th despite hosting because:- Only 1 historical AFCON title (1976)- Lower points-per-game than top 4</a:t>
          </a:r>
        </a:p>
      </dsp:txBody>
      <dsp:txXfrm>
        <a:off x="2137177" y="2942162"/>
        <a:ext cx="3885776" cy="2331466"/>
      </dsp:txXfrm>
    </dsp:sp>
    <dsp:sp modelId="{C63D2E26-AD41-45DD-A5C2-2CA928F10AB2}">
      <dsp:nvSpPr>
        <dsp:cNvPr id="0" name=""/>
        <dsp:cNvSpPr/>
      </dsp:nvSpPr>
      <dsp:spPr>
        <a:xfrm>
          <a:off x="6411531" y="2942162"/>
          <a:ext cx="3885776" cy="233146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However: Host nations win ~47% historically</a:t>
          </a:r>
        </a:p>
      </dsp:txBody>
      <dsp:txXfrm>
        <a:off x="6411531" y="2942162"/>
        <a:ext cx="3885776" cy="23314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4C104-9B8E-4CC2-9EDC-56DB20128ED2}">
      <dsp:nvSpPr>
        <dsp:cNvPr id="0" name=""/>
        <dsp:cNvSpPr/>
      </dsp:nvSpPr>
      <dsp:spPr>
        <a:xfrm>
          <a:off x="0" y="2258"/>
          <a:ext cx="10515600" cy="7979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🌟 Dark Horses to Watch</a:t>
          </a:r>
        </a:p>
      </dsp:txBody>
      <dsp:txXfrm>
        <a:off x="38952" y="41210"/>
        <a:ext cx="10437696" cy="720036"/>
      </dsp:txXfrm>
    </dsp:sp>
    <dsp:sp modelId="{DD21E75D-D43B-4FDC-926E-B0662AAD50BC}">
      <dsp:nvSpPr>
        <dsp:cNvPr id="0" name=""/>
        <dsp:cNvSpPr/>
      </dsp:nvSpPr>
      <dsp:spPr>
        <a:xfrm>
          <a:off x="0" y="889478"/>
          <a:ext cx="10515600" cy="797940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Algeria (6.4%): 2 titles, strong recent form</a:t>
          </a:r>
        </a:p>
      </dsp:txBody>
      <dsp:txXfrm>
        <a:off x="38952" y="928430"/>
        <a:ext cx="10437696" cy="720036"/>
      </dsp:txXfrm>
    </dsp:sp>
    <dsp:sp modelId="{FDE8B38B-6E57-4CFB-A4B6-687995BC0743}">
      <dsp:nvSpPr>
        <dsp:cNvPr id="0" name=""/>
        <dsp:cNvSpPr/>
      </dsp:nvSpPr>
      <dsp:spPr>
        <a:xfrm>
          <a:off x="0" y="1776698"/>
          <a:ext cx="10515600" cy="7979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Senegal(5.4%): Defending champions (2021)</a:t>
          </a:r>
        </a:p>
      </dsp:txBody>
      <dsp:txXfrm>
        <a:off x="38952" y="1815650"/>
        <a:ext cx="10437696" cy="720036"/>
      </dsp:txXfrm>
    </dsp:sp>
    <dsp:sp modelId="{A6F54B15-C983-4CA3-9A75-2A99246C944A}">
      <dsp:nvSpPr>
        <dsp:cNvPr id="0" name=""/>
        <dsp:cNvSpPr/>
      </dsp:nvSpPr>
      <dsp:spPr>
        <a:xfrm>
          <a:off x="0" y="2663919"/>
          <a:ext cx="10515600" cy="797940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DR Congo </a:t>
          </a:r>
        </a:p>
      </dsp:txBody>
      <dsp:txXfrm>
        <a:off x="38952" y="2702871"/>
        <a:ext cx="10437696" cy="720036"/>
      </dsp:txXfrm>
    </dsp:sp>
    <dsp:sp modelId="{019811D4-2AF8-476E-8B94-2048D483FF00}">
      <dsp:nvSpPr>
        <dsp:cNvPr id="0" name=""/>
        <dsp:cNvSpPr/>
      </dsp:nvSpPr>
      <dsp:spPr>
        <a:xfrm>
          <a:off x="0" y="3551139"/>
          <a:ext cx="10515600" cy="7979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(5.4%): 2 titles, unpredictable in knockouts</a:t>
          </a:r>
        </a:p>
      </dsp:txBody>
      <dsp:txXfrm>
        <a:off x="38952" y="3590091"/>
        <a:ext cx="10437696" cy="7200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A1D56E-4A6B-4372-83CE-5DEA9E7F777D}">
      <dsp:nvSpPr>
        <dsp:cNvPr id="0" name=""/>
        <dsp:cNvSpPr/>
      </dsp:nvSpPr>
      <dsp:spPr>
        <a:xfrm>
          <a:off x="0" y="317498"/>
          <a:ext cx="3809993" cy="228599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Sources- Historical AFCON data (1957-2025): 65+ years- Current tournament results: Live group stage data-Tournament structure: 24 teams, 6 groups, knockout format</a:t>
          </a:r>
        </a:p>
      </dsp:txBody>
      <dsp:txXfrm>
        <a:off x="0" y="317498"/>
        <a:ext cx="3809993" cy="2285996"/>
      </dsp:txXfrm>
    </dsp:sp>
    <dsp:sp modelId="{073B47A6-E039-4376-981B-9841C9A42C25}">
      <dsp:nvSpPr>
        <dsp:cNvPr id="0" name=""/>
        <dsp:cNvSpPr/>
      </dsp:nvSpPr>
      <dsp:spPr>
        <a:xfrm>
          <a:off x="4190992" y="317498"/>
          <a:ext cx="3809993" cy="2285996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900" kern="1200" dirty="0"/>
            <a:t>Model Features (22 total)</a:t>
          </a:r>
          <a:endParaRPr lang="en-US" sz="2900" kern="1200" dirty="0"/>
        </a:p>
      </dsp:txBody>
      <dsp:txXfrm>
        <a:off x="4190992" y="317498"/>
        <a:ext cx="3809993" cy="2285996"/>
      </dsp:txXfrm>
    </dsp:sp>
    <dsp:sp modelId="{2D07CD44-0994-41B8-AB9D-7E08FD57C32F}">
      <dsp:nvSpPr>
        <dsp:cNvPr id="0" name=""/>
        <dsp:cNvSpPr/>
      </dsp:nvSpPr>
      <dsp:spPr>
        <a:xfrm>
          <a:off x="8381985" y="317498"/>
          <a:ext cx="3809993" cy="2285996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900" kern="1200" dirty="0"/>
            <a:t>1.Performance Metrics: Wins, draws, losses, goals, points per game</a:t>
          </a:r>
          <a:endParaRPr lang="en-US" sz="2900" kern="1200" dirty="0"/>
        </a:p>
      </dsp:txBody>
      <dsp:txXfrm>
        <a:off x="8381985" y="317498"/>
        <a:ext cx="3809993" cy="2285996"/>
      </dsp:txXfrm>
    </dsp:sp>
    <dsp:sp modelId="{8D89CB4B-113C-4209-A258-E1A5BA752DE4}">
      <dsp:nvSpPr>
        <dsp:cNvPr id="0" name=""/>
        <dsp:cNvSpPr/>
      </dsp:nvSpPr>
      <dsp:spPr>
        <a:xfrm>
          <a:off x="0" y="2984494"/>
          <a:ext cx="3809993" cy="2285996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900" kern="1200" dirty="0"/>
            <a:t>2. Tournament Pedigree: Titles, appearances, qualification success3. </a:t>
          </a:r>
          <a:endParaRPr lang="en-US" sz="2900" kern="1200" dirty="0"/>
        </a:p>
      </dsp:txBody>
      <dsp:txXfrm>
        <a:off x="0" y="2984494"/>
        <a:ext cx="3809993" cy="2285996"/>
      </dsp:txXfrm>
    </dsp:sp>
    <dsp:sp modelId="{7E55F645-7C30-472C-B193-F4362629850D}">
      <dsp:nvSpPr>
        <dsp:cNvPr id="0" name=""/>
        <dsp:cNvSpPr/>
      </dsp:nvSpPr>
      <dsp:spPr>
        <a:xfrm>
          <a:off x="4190992" y="2984494"/>
          <a:ext cx="3809993" cy="2285996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900" kern="1200"/>
            <a:t>Current Form: 2025 group stage results4.</a:t>
          </a:r>
          <a:endParaRPr lang="en-US" sz="2900" kern="1200"/>
        </a:p>
      </dsp:txBody>
      <dsp:txXfrm>
        <a:off x="4190992" y="2984494"/>
        <a:ext cx="3809993" cy="2285996"/>
      </dsp:txXfrm>
    </dsp:sp>
    <dsp:sp modelId="{5660C9A0-B10F-4737-86A3-8E39616005D0}">
      <dsp:nvSpPr>
        <dsp:cNvPr id="0" name=""/>
        <dsp:cNvSpPr/>
      </dsp:nvSpPr>
      <dsp:spPr>
        <a:xfrm>
          <a:off x="8381985" y="2984494"/>
          <a:ext cx="3809993" cy="228599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900" kern="1200"/>
            <a:t>Contextual Factors: Host advantage, defensive solidity</a:t>
          </a:r>
          <a:endParaRPr lang="en-US" sz="2900" kern="1200"/>
        </a:p>
      </dsp:txBody>
      <dsp:txXfrm>
        <a:off x="8381985" y="2984494"/>
        <a:ext cx="3809993" cy="22859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E29370-B592-4942-9DB8-EC553E903FCB}">
      <dsp:nvSpPr>
        <dsp:cNvPr id="0" name=""/>
        <dsp:cNvSpPr/>
      </dsp:nvSpPr>
      <dsp:spPr>
        <a:xfrm>
          <a:off x="0" y="6693"/>
          <a:ext cx="7083462" cy="145305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B1303C-1AED-4DF1-AAA4-139D9E854467}">
      <dsp:nvSpPr>
        <dsp:cNvPr id="0" name=""/>
        <dsp:cNvSpPr/>
      </dsp:nvSpPr>
      <dsp:spPr>
        <a:xfrm>
          <a:off x="439550" y="333632"/>
          <a:ext cx="799964" cy="7991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0FE132-0C7D-4594-8A7A-5654FD68B8D1}">
      <dsp:nvSpPr>
        <dsp:cNvPr id="0" name=""/>
        <dsp:cNvSpPr/>
      </dsp:nvSpPr>
      <dsp:spPr>
        <a:xfrm>
          <a:off x="1679065" y="6693"/>
          <a:ext cx="5000348" cy="1454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32" tIns="153932" rIns="153932" bIns="15393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b="1" kern="1200" dirty="0"/>
            <a:t>Score = 30% × PPG + 25% × Goal Diff + 15% × Clean Sheets +         10% × Qual Success + 10% × Experience + 10% × Host Bonus</a:t>
          </a:r>
          <a:endParaRPr lang="en-US" sz="2400" b="1" kern="1200" dirty="0"/>
        </a:p>
      </dsp:txBody>
      <dsp:txXfrm>
        <a:off x="1679065" y="6693"/>
        <a:ext cx="5000348" cy="1454480"/>
      </dsp:txXfrm>
    </dsp:sp>
    <dsp:sp modelId="{BD12672C-1F2C-4004-9DAB-8C71494AB0C1}">
      <dsp:nvSpPr>
        <dsp:cNvPr id="0" name=""/>
        <dsp:cNvSpPr/>
      </dsp:nvSpPr>
      <dsp:spPr>
        <a:xfrm>
          <a:off x="0" y="1803404"/>
          <a:ext cx="7083462" cy="14530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1BD453-B912-492B-90BA-7A6058AE3A64}">
      <dsp:nvSpPr>
        <dsp:cNvPr id="0" name=""/>
        <dsp:cNvSpPr/>
      </dsp:nvSpPr>
      <dsp:spPr>
        <a:xfrm>
          <a:off x="439550" y="2130343"/>
          <a:ext cx="799964" cy="7991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931101-4B60-4F62-BE1A-0C473E3AA51D}">
      <dsp:nvSpPr>
        <dsp:cNvPr id="0" name=""/>
        <dsp:cNvSpPr/>
      </dsp:nvSpPr>
      <dsp:spPr>
        <a:xfrm>
          <a:off x="1679065" y="1803404"/>
          <a:ext cx="5000348" cy="1454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32" tIns="153932" rIns="153932" bIns="15393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/>
            <a:t>Simulation Engine: Poisson distribution for goal modelling: 10,000 complete tournaments simulated- Accounts for group stage → R16 → QF → SF → Final- Penalty shootouts modelled probabilistically</a:t>
          </a:r>
          <a:endParaRPr lang="en-US" sz="1800" b="1" kern="1200" dirty="0"/>
        </a:p>
      </dsp:txBody>
      <dsp:txXfrm>
        <a:off x="1679065" y="1803404"/>
        <a:ext cx="5000348" cy="1454480"/>
      </dsp:txXfrm>
    </dsp:sp>
    <dsp:sp modelId="{610CB686-6365-4BD4-AD09-9A6A757A386C}">
      <dsp:nvSpPr>
        <dsp:cNvPr id="0" name=""/>
        <dsp:cNvSpPr/>
      </dsp:nvSpPr>
      <dsp:spPr>
        <a:xfrm>
          <a:off x="0" y="3600115"/>
          <a:ext cx="7083462" cy="145305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CAA2C1-8415-45DD-B01F-9A771F803505}">
      <dsp:nvSpPr>
        <dsp:cNvPr id="0" name=""/>
        <dsp:cNvSpPr/>
      </dsp:nvSpPr>
      <dsp:spPr>
        <a:xfrm>
          <a:off x="439550" y="3927053"/>
          <a:ext cx="799964" cy="7991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A7EDE-0907-433D-8A57-74B31B0F842A}">
      <dsp:nvSpPr>
        <dsp:cNvPr id="0" name=""/>
        <dsp:cNvSpPr/>
      </dsp:nvSpPr>
      <dsp:spPr>
        <a:xfrm>
          <a:off x="1679065" y="3600115"/>
          <a:ext cx="5000348" cy="1454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32" tIns="153932" rIns="153932" bIns="15393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Model Validation ✅ Strengths- 65+ years of comprehensive historical data</a:t>
          </a:r>
        </a:p>
      </dsp:txBody>
      <dsp:txXfrm>
        <a:off x="1679065" y="3600115"/>
        <a:ext cx="5000348" cy="1454480"/>
      </dsp:txXfrm>
    </dsp:sp>
    <dsp:sp modelId="{89ABACDE-7B17-4DF2-8B28-85C00E6583C8}">
      <dsp:nvSpPr>
        <dsp:cNvPr id="0" name=""/>
        <dsp:cNvSpPr/>
      </dsp:nvSpPr>
      <dsp:spPr>
        <a:xfrm>
          <a:off x="0" y="5396825"/>
          <a:ext cx="7083462" cy="145305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01967E-2C9B-473C-A67A-9B1B2486417B}">
      <dsp:nvSpPr>
        <dsp:cNvPr id="0" name=""/>
        <dsp:cNvSpPr/>
      </dsp:nvSpPr>
      <dsp:spPr>
        <a:xfrm>
          <a:off x="439550" y="5723764"/>
          <a:ext cx="799964" cy="7991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A813F-E6FD-46CF-83EB-4F0FBB0AF3E3}">
      <dsp:nvSpPr>
        <dsp:cNvPr id="0" name=""/>
        <dsp:cNvSpPr/>
      </dsp:nvSpPr>
      <dsp:spPr>
        <a:xfrm>
          <a:off x="1679065" y="5396825"/>
          <a:ext cx="5000348" cy="1454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932" tIns="153932" rIns="153932" bIns="153932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Transparent, interpretable methodology- 10,000 simulations ensure statistical robustness →→  Aligns with expert consensus</a:t>
          </a:r>
        </a:p>
      </dsp:txBody>
      <dsp:txXfrm>
        <a:off x="1679065" y="5396825"/>
        <a:ext cx="5000348" cy="14544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5C002-AA7D-4E6D-91EC-D18408628906}">
      <dsp:nvSpPr>
        <dsp:cNvPr id="0" name=""/>
        <dsp:cNvSpPr/>
      </dsp:nvSpPr>
      <dsp:spPr>
        <a:xfrm>
          <a:off x="0" y="2210"/>
          <a:ext cx="7111998" cy="156962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/>
            <a:t>Limitations: Cannot predict injuries, tactical changes, or referee decisions </a:t>
          </a:r>
          <a:endParaRPr lang="en-US" sz="2400" kern="1200" dirty="0"/>
        </a:p>
      </dsp:txBody>
      <dsp:txXfrm>
        <a:off x="76623" y="78833"/>
        <a:ext cx="6958752" cy="1416382"/>
      </dsp:txXfrm>
    </dsp:sp>
    <dsp:sp modelId="{CA1E3EC2-A39D-423E-B70C-54DAA4B66565}">
      <dsp:nvSpPr>
        <dsp:cNvPr id="0" name=""/>
        <dsp:cNvSpPr/>
      </dsp:nvSpPr>
      <dsp:spPr>
        <a:xfrm>
          <a:off x="0" y="1701438"/>
          <a:ext cx="7111998" cy="1569628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kern="1200" dirty="0"/>
            <a:t>Does not include player-level statistics- Knockout football inherently high-variance- Simplified bracket structure</a:t>
          </a:r>
          <a:endParaRPr lang="en-US" sz="2000" kern="1200" dirty="0"/>
        </a:p>
      </dsp:txBody>
      <dsp:txXfrm>
        <a:off x="76623" y="1778061"/>
        <a:ext cx="6958752" cy="1416382"/>
      </dsp:txXfrm>
    </dsp:sp>
    <dsp:sp modelId="{8E487BB5-846E-4CB4-8658-C75DE64234FC}">
      <dsp:nvSpPr>
        <dsp:cNvPr id="0" name=""/>
        <dsp:cNvSpPr/>
      </dsp:nvSpPr>
      <dsp:spPr>
        <a:xfrm>
          <a:off x="0" y="3400666"/>
          <a:ext cx="7111998" cy="1569628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400" kern="1200" dirty="0"/>
            <a:t>Clinical-Data Science Parallel As a physician and data scientist, </a:t>
          </a:r>
          <a:endParaRPr lang="en-US" sz="2400" kern="1200" dirty="0"/>
        </a:p>
      </dsp:txBody>
      <dsp:txXfrm>
        <a:off x="76623" y="3477289"/>
        <a:ext cx="6958752" cy="1416382"/>
      </dsp:txXfrm>
    </dsp:sp>
    <dsp:sp modelId="{AC4DDCA1-EA2A-49FD-A65C-355E45EFBE88}">
      <dsp:nvSpPr>
        <dsp:cNvPr id="0" name=""/>
        <dsp:cNvSpPr/>
      </dsp:nvSpPr>
      <dsp:spPr>
        <a:xfrm>
          <a:off x="0" y="5099894"/>
          <a:ext cx="7111998" cy="1569628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800" b="1" kern="1200" dirty="0">
              <a:solidFill>
                <a:schemeClr val="bg1"/>
              </a:solidFill>
            </a:rPr>
            <a:t>I recognize strong parallels:| Clinical Medicine | Football Analytics  Patient history | Team historical performance || Current vital signs | Current tournament form || APACHE/SOFA scores | Strength index || Mortality probability | Win probability || Evidence-based | Data-driven || Never certain| Never certain </a:t>
          </a:r>
          <a:r>
            <a:rPr lang="en-ZA" sz="1600" kern="1200" dirty="0"/>
            <a:t>|</a:t>
          </a:r>
          <a:endParaRPr lang="en-US" sz="1600" kern="1200" dirty="0"/>
        </a:p>
      </dsp:txBody>
      <dsp:txXfrm>
        <a:off x="76623" y="5176517"/>
        <a:ext cx="6958752" cy="141638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B06E09-D8C9-4D85-898B-999F5BB1148A}">
      <dsp:nvSpPr>
        <dsp:cNvPr id="0" name=""/>
        <dsp:cNvSpPr/>
      </dsp:nvSpPr>
      <dsp:spPr>
        <a:xfrm>
          <a:off x="0" y="138"/>
          <a:ext cx="7221189" cy="13872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Bottom Line</a:t>
          </a:r>
        </a:p>
      </dsp:txBody>
      <dsp:txXfrm>
        <a:off x="67718" y="67856"/>
        <a:ext cx="7085753" cy="1251772"/>
      </dsp:txXfrm>
    </dsp:sp>
    <dsp:sp modelId="{C7593DFD-7226-4DA0-A0F4-2F23846EE3A5}">
      <dsp:nvSpPr>
        <dsp:cNvPr id="0" name=""/>
        <dsp:cNvSpPr/>
      </dsp:nvSpPr>
      <dsp:spPr>
        <a:xfrm>
          <a:off x="0" y="1400143"/>
          <a:ext cx="7221189" cy="1387208"/>
        </a:xfrm>
        <a:prstGeom prst="roundRect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Egypt is the statistical favorite, but the tournament remains wide open.</a:t>
          </a:r>
        </a:p>
      </dsp:txBody>
      <dsp:txXfrm>
        <a:off x="67718" y="1467861"/>
        <a:ext cx="7085753" cy="1251772"/>
      </dsp:txXfrm>
    </dsp:sp>
    <dsp:sp modelId="{BF27FEA7-9AED-4769-900D-B92BD5EBB346}">
      <dsp:nvSpPr>
        <dsp:cNvPr id="0" name=""/>
        <dsp:cNvSpPr/>
      </dsp:nvSpPr>
      <dsp:spPr>
        <a:xfrm>
          <a:off x="0" y="2800148"/>
          <a:ext cx="7221189" cy="1387208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The top 5 teams are separated by less than 10 percentage points. In knockout football, anything can happen. </a:t>
          </a:r>
        </a:p>
      </dsp:txBody>
      <dsp:txXfrm>
        <a:off x="67718" y="2867866"/>
        <a:ext cx="7085753" cy="1251772"/>
      </dsp:txXfrm>
    </dsp:sp>
    <dsp:sp modelId="{C2130DC6-E8D9-43CB-AEA6-30F48E2925E4}">
      <dsp:nvSpPr>
        <dsp:cNvPr id="0" name=""/>
        <dsp:cNvSpPr/>
      </dsp:nvSpPr>
      <dsp:spPr>
        <a:xfrm>
          <a:off x="0" y="4200153"/>
          <a:ext cx="7221189" cy="1387208"/>
        </a:xfrm>
        <a:prstGeom prst="roundRect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This model </a:t>
          </a:r>
          <a:r>
            <a:rPr lang="en-US" sz="3200" kern="1200" dirty="0"/>
            <a:t>provides evidence-based guidance, not prophecy</a:t>
          </a:r>
          <a:r>
            <a:rPr lang="en-US" sz="500" kern="1200" dirty="0"/>
            <a:t>.</a:t>
          </a:r>
        </a:p>
      </dsp:txBody>
      <dsp:txXfrm>
        <a:off x="67718" y="4267871"/>
        <a:ext cx="7085753" cy="1251772"/>
      </dsp:txXfrm>
    </dsp:sp>
    <dsp:sp modelId="{97058D91-935C-4407-9878-EEA2AC8D2219}">
      <dsp:nvSpPr>
        <dsp:cNvPr id="0" name=""/>
        <dsp:cNvSpPr/>
      </dsp:nvSpPr>
      <dsp:spPr>
        <a:xfrm>
          <a:off x="0" y="5600158"/>
          <a:ext cx="7221189" cy="1387208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May the best team win. 🏆⚽</a:t>
          </a:r>
        </a:p>
      </dsp:txBody>
      <dsp:txXfrm>
        <a:off x="67718" y="5667876"/>
        <a:ext cx="7085753" cy="12517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5CED3-935F-4C61-8425-7BC4FBEB8F88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882BF-DAA1-4C30-B2A8-9D47FD7171F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2470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E882BF-DAA1-4C30-B2A8-9D47FD7171F8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71272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F2CFD-8A0D-54A5-FBA4-40DC80F30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27A11-AB03-A3AB-84DC-6F20F4857B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702F0-D4C5-01EB-85C6-7CC04A1BE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A555-6199-46C2-B42A-E34A5D681AC7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0784B-083F-0ACA-207A-1164B50C0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7239D-3A11-E096-37DF-09C423602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74F8-C280-40C4-9C8B-806BBE14E8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7025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D9512-DB1D-7A1E-5BB6-382FB8CCA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F9551-35F4-FE29-A4AE-0F069EC9C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85650-F60A-99D4-E1E5-574B2261F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A555-6199-46C2-B42A-E34A5D681AC7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45F5A-6761-86BC-83D7-4B72419A0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C5456-C743-8CAE-C520-9E9B1F2F4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74F8-C280-40C4-9C8B-806BBE14E8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5731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C949-FC3F-E1F3-45E7-F9B045245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2E110-4CB3-4277-48A6-BB7F677ED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87C7A-B174-543C-BCAF-DD025952E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A555-6199-46C2-B42A-E34A5D681AC7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A00F9-CCBE-C538-9BC1-CDDB590F7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B950C-1B4A-FE89-922B-89B2A127B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74F8-C280-40C4-9C8B-806BBE14E8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7538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C7BEB-D8F8-1DE5-ABA5-01D9ACDF2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2738-F776-069C-5FF4-A99748FEB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8EA65-CB89-B445-9CB7-185188F87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4D247-6657-1695-5948-E515B3EB2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A555-6199-46C2-B42A-E34A5D681AC7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1B009-ED9C-4B45-32A1-3ECD3856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C5222-77CF-321A-9E47-02334DCA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74F8-C280-40C4-9C8B-806BBE14E8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6374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8A3E7-02FE-60D5-C25F-DD0FDFB7B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02651-D447-70F8-B6DA-3A9EDF34C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A96454-9F2D-E5FE-4184-D73DFDBD3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A00A7-A6AC-A727-3F51-91BE4F0403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9C3AED-01EA-9CD5-B573-D9476B7444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9E6080-2FCF-44A5-4E2D-631932EF1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A555-6199-46C2-B42A-E34A5D681AC7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9C0333-119A-DAF0-8782-BB13F1157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60F27E-6E89-DEC1-FCD1-DDD03AEB3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74F8-C280-40C4-9C8B-806BBE14E8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90287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2C553-C0E1-F60B-FA02-F4A09D52E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C666AA-2B32-8106-B98D-6EE84FAAA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A555-6199-46C2-B42A-E34A5D681AC7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09D76-44FE-0059-B7CD-43AB011C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4078B-E94E-CFF8-8F1C-A5F02035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74F8-C280-40C4-9C8B-806BBE14E8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235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192FF4-FEAF-90F7-DF45-175462058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A555-6199-46C2-B42A-E34A5D681AC7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52CC4A-FBC4-AB3B-507A-05C19D876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21374-A9F5-4271-6885-C52B91887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74F8-C280-40C4-9C8B-806BBE14E8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457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C94D-7B46-E5D3-B3A0-D3263CC07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E9A67-1049-7415-9056-018C8F7BF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9244C-8676-7839-E54A-800CA346D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5B6B1-9D39-A89C-D11B-B02C3B1B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A555-6199-46C2-B42A-E34A5D681AC7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C7046-C6E0-34BF-A9F6-66CFFA6EF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BDBED-75CC-CBEF-4C4C-A1B7ED8B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74F8-C280-40C4-9C8B-806BBE14E8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713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790CF-E285-B961-7918-016B7C7B9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A8611E-34F6-C0A8-826F-EF468D6C8A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B9BB7-4A09-BCF0-5F56-F19C29496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861F1-8C39-90A0-D825-0165746C3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A555-6199-46C2-B42A-E34A5D681AC7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1ED8F-F23E-0FEC-87BD-B00AC70E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77DB7-E296-A626-9FB3-2D857103B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74F8-C280-40C4-9C8B-806BBE14E8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0589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BF71D-AAF5-9871-6EEB-984A4D5B0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FD29D2-8AF6-CB47-8DEA-5130125E1B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8CCCB-E7CF-7A6F-AB65-A6D95918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A555-6199-46C2-B42A-E34A5D681AC7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8712-03E4-89EE-7B37-0CBFCDCD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FE66B-576E-2654-A6D3-9F4EF7B8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74F8-C280-40C4-9C8B-806BBE14E8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62629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A9D9FB-4FF4-8BB9-9A95-7EA7CA9AA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88F00-4D9F-5684-F80F-402A061DD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AEF40-9341-6323-5A03-80E8ECB26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1A555-6199-46C2-B42A-E34A5D681AC7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305BC-6117-E6C3-B413-D681D4EB4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634CB-ACE3-5FF5-58A8-E2AA6FB52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F74F8-C280-40C4-9C8B-806BBE14E8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7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8919E-12E4-9E51-DDA0-2431F5E1D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50A9D-4529-E4F9-9789-3206C34CC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E6204-1CE6-5B16-59A7-E60CC176E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1A555-6199-46C2-B42A-E34A5D681AC7}" type="datetimeFigureOut">
              <a:rPr lang="en-ZA" smtClean="0"/>
              <a:t>2025/12/27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DA33B-21F1-8E1F-9D5A-D759F8A6E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64B84-068A-38D0-7AAD-D55CC86D7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F74F8-C280-40C4-9C8B-806BBE14E86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0266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BF75C-D21C-820F-B9CF-3AE5134D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220133"/>
            <a:ext cx="11420919" cy="31002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b="1" kern="1200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AFCON 2025 Winner Prediction: Technical Analysis Report</a:t>
            </a:r>
            <a:br>
              <a:rPr lang="en-US" sz="4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E3533-5414-EA38-DC7E-BC81107BE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467" y="3320389"/>
            <a:ext cx="10416420" cy="2611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Author: Dr. Victor Prefa, MBBS, MPH, MSc Data Science</a:t>
            </a:r>
            <a:br>
              <a:rPr lang="en-US" sz="3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</a:br>
            <a:r>
              <a:rPr lang="en-US" sz="3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Date: December 27, 2025</a:t>
            </a:r>
            <a:br>
              <a:rPr lang="en-US" sz="3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</a:br>
            <a:r>
              <a:rPr lang="en-US" sz="3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  <a:t>Version: 1.0</a:t>
            </a:r>
            <a:br>
              <a:rPr lang="en-US" sz="3600" b="1" kern="1200" dirty="0">
                <a:solidFill>
                  <a:srgbClr val="00B0F0"/>
                </a:solidFill>
                <a:latin typeface="+mn-lt"/>
                <a:ea typeface="+mn-ea"/>
                <a:cs typeface="+mn-cs"/>
              </a:rPr>
            </a:br>
            <a:endParaRPr lang="en-US" sz="3600" b="1" kern="1200" dirty="0">
              <a:solidFill>
                <a:srgbClr val="00B0F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5967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0B7B7-1049-7D33-A7B6-94987E86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457200"/>
          </a:xfrm>
        </p:spPr>
        <p:txBody>
          <a:bodyPr>
            <a:normAutofit fontScale="90000"/>
          </a:bodyPr>
          <a:lstStyle/>
          <a:p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D3429F-B0B5-2C74-0DDF-05E34BA34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457200"/>
            <a:ext cx="12837256" cy="64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0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844A-0E5B-F0B6-D721-4BE6F6C30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45494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 </a:t>
            </a:r>
            <a:br>
              <a:rPr lang="en-US" dirty="0"/>
            </a:br>
            <a:r>
              <a:rPr lang="en-US" b="1" dirty="0">
                <a:solidFill>
                  <a:srgbClr val="7030A0"/>
                </a:solidFill>
              </a:rPr>
              <a:t>PREDICTED WINNER: EGYPT (19.3% probability)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ZA" b="1" dirty="0">
                <a:solidFill>
                  <a:srgbClr val="7030A0"/>
                </a:solidFill>
              </a:rPr>
              <a:t>Top 10 Predictions</a:t>
            </a:r>
            <a:br>
              <a:rPr lang="en-ZA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397DA-B219-F409-0C1B-C3614E7D1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4351338"/>
          </a:xfrm>
        </p:spPr>
        <p:txBody>
          <a:bodyPr/>
          <a:lstStyle/>
          <a:p>
            <a:endParaRPr lang="en-Z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0EC120-5C86-E816-3964-BCA415F6F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944082"/>
              </p:ext>
            </p:extLst>
          </p:nvPr>
        </p:nvGraphicFramePr>
        <p:xfrm>
          <a:off x="118534" y="1625600"/>
          <a:ext cx="12192001" cy="6358062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134533">
                  <a:extLst>
                    <a:ext uri="{9D8B030D-6E8A-4147-A177-3AD203B41FA5}">
                      <a16:colId xmlns:a16="http://schemas.microsoft.com/office/drawing/2014/main" val="1638805946"/>
                    </a:ext>
                  </a:extLst>
                </a:gridCol>
                <a:gridCol w="2252133">
                  <a:extLst>
                    <a:ext uri="{9D8B030D-6E8A-4147-A177-3AD203B41FA5}">
                      <a16:colId xmlns:a16="http://schemas.microsoft.com/office/drawing/2014/main" val="1150453521"/>
                    </a:ext>
                  </a:extLst>
                </a:gridCol>
                <a:gridCol w="3081867">
                  <a:extLst>
                    <a:ext uri="{9D8B030D-6E8A-4147-A177-3AD203B41FA5}">
                      <a16:colId xmlns:a16="http://schemas.microsoft.com/office/drawing/2014/main" val="893281225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442608834"/>
                    </a:ext>
                  </a:extLst>
                </a:gridCol>
                <a:gridCol w="3183468">
                  <a:extLst>
                    <a:ext uri="{9D8B030D-6E8A-4147-A177-3AD203B41FA5}">
                      <a16:colId xmlns:a16="http://schemas.microsoft.com/office/drawing/2014/main" val="26136775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kern="100" dirty="0">
                          <a:effectLst/>
                        </a:rPr>
                        <a:t> 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     </a:t>
                      </a:r>
                      <a:r>
                        <a:rPr lang="en-US" sz="2800" dirty="0"/>
                        <a:t>🏆</a:t>
                      </a:r>
                      <a:endParaRPr lang="en-ZA" sz="2800" dirty="0"/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ZA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3600" kern="100" dirty="0">
                          <a:effectLst/>
                        </a:rPr>
                        <a:t>Country </a:t>
                      </a:r>
                      <a:endParaRPr lang="en-ZA" sz="3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32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 Percentage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8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Reach Quarter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8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Reach Semi Final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9205777"/>
                  </a:ext>
                </a:extLst>
              </a:tr>
              <a:tr h="484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1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 dirty="0">
                          <a:effectLst/>
                        </a:rPr>
                        <a:t>Egypt</a:t>
                      </a:r>
                      <a:endParaRPr lang="en-ZA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 dirty="0">
                          <a:effectLst/>
                        </a:rPr>
                        <a:t>19.3%</a:t>
                      </a:r>
                      <a:endParaRPr lang="en-ZA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 dirty="0">
                          <a:effectLst/>
                        </a:rPr>
                        <a:t>45.8%</a:t>
                      </a:r>
                      <a:endParaRPr lang="en-ZA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30.3%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2169846"/>
                  </a:ext>
                </a:extLst>
              </a:tr>
              <a:tr h="484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2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 dirty="0">
                          <a:effectLst/>
                        </a:rPr>
                        <a:t>Nigeria</a:t>
                      </a:r>
                      <a:endParaRPr lang="en-ZA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 dirty="0">
                          <a:effectLst/>
                        </a:rPr>
                        <a:t>11.2%</a:t>
                      </a:r>
                      <a:endParaRPr lang="en-ZA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35.7%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20.5%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71854819"/>
                  </a:ext>
                </a:extLst>
              </a:tr>
              <a:tr h="484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3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Ivory Coast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 dirty="0">
                          <a:effectLst/>
                        </a:rPr>
                        <a:t>10.8%</a:t>
                      </a:r>
                      <a:endParaRPr lang="en-ZA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35.6%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19.8%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6818246"/>
                  </a:ext>
                </a:extLst>
              </a:tr>
              <a:tr h="484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4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Cameroon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10.5%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34.2%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19.8%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113907"/>
                  </a:ext>
                </a:extLst>
              </a:tr>
              <a:tr h="484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5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Morocco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9.8%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34.3%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19.2%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7840069"/>
                  </a:ext>
                </a:extLst>
              </a:tr>
              <a:tr h="484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6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Algeria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6.4%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27.6%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14.2%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2053824"/>
                  </a:ext>
                </a:extLst>
              </a:tr>
              <a:tr h="484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7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Tunisia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6.1%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25.1%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12.3%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21387130"/>
                  </a:ext>
                </a:extLst>
              </a:tr>
              <a:tr h="484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8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Senegal 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5.4%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26.5%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12.1%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5368881"/>
                  </a:ext>
                </a:extLst>
              </a:tr>
              <a:tr h="484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9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DR Congo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5.4%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25.1%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11.8%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9385189"/>
                  </a:ext>
                </a:extLst>
              </a:tr>
              <a:tr h="4843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10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Mali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3.9%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>
                          <a:effectLst/>
                        </a:rPr>
                        <a:t>20.4%</a:t>
                      </a:r>
                      <a:endParaRPr lang="en-ZA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ZA" sz="2400" kern="100" dirty="0">
                          <a:effectLst/>
                        </a:rPr>
                        <a:t>9.1%</a:t>
                      </a:r>
                      <a:endParaRPr lang="en-ZA" sz="2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7715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401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4BAA74-51ED-8CA8-B24E-619573F24F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28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La Coppa d’Africa al fischio d’avvio - Nigrizia">
            <a:extLst>
              <a:ext uri="{FF2B5EF4-FFF2-40B4-BE49-F238E27FC236}">
                <a16:creationId xmlns:a16="http://schemas.microsoft.com/office/drawing/2014/main" id="{D56678B2-F116-CC4D-D0DF-C6C21CBF2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239" r="18146"/>
          <a:stretch>
            <a:fillRect/>
          </a:stretch>
        </p:blipFill>
        <p:spPr bwMode="auto">
          <a:xfrm>
            <a:off x="20" y="10"/>
            <a:ext cx="7390243" cy="6857990"/>
          </a:xfrm>
          <a:prstGeom prst="rect">
            <a:avLst/>
          </a:prstGeom>
          <a:noFill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A7FE4C-134E-2008-C3D7-60F6314DE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959" y="2568411"/>
            <a:ext cx="6299180" cy="987589"/>
          </a:xfrm>
        </p:spPr>
        <p:txBody>
          <a:bodyPr anchor="t">
            <a:normAutofit/>
          </a:bodyPr>
          <a:lstStyle/>
          <a:p>
            <a:r>
              <a:rPr lang="en-US" sz="4800" b="1" dirty="0">
                <a:solidFill>
                  <a:srgbClr val="002060"/>
                </a:solidFill>
              </a:rPr>
              <a:t>The Prestigious Cup</a:t>
            </a:r>
          </a:p>
        </p:txBody>
      </p:sp>
    </p:spTree>
    <p:extLst>
      <p:ext uri="{BB962C8B-B14F-4D97-AF65-F5344CB8AC3E}">
        <p14:creationId xmlns:p14="http://schemas.microsoft.com/office/powerpoint/2010/main" val="2073058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284C31-A70D-4AD7-812F-88C774688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8000" dirty="0">
                <a:solidFill>
                  <a:schemeClr val="bg1"/>
                </a:solidFill>
              </a:rPr>
              <a:t> Why Egypt? 🥇 </a:t>
            </a:r>
            <a:endParaRPr lang="en-ZA" sz="8000" dirty="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41D7E-3FCE-5F1B-16DE-DF3F1A597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0"/>
            <a:ext cx="6096000" cy="6857999"/>
          </a:xfrm>
        </p:spPr>
        <p:txBody>
          <a:bodyPr anchor="ctr">
            <a:normAutofit/>
          </a:bodyPr>
          <a:lstStyle/>
          <a:p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Unmatched Historical Dominance</a:t>
            </a:r>
          </a:p>
          <a:p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7 AFCON titles</a:t>
            </a:r>
          </a:p>
          <a:p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(most all-time)</a:t>
            </a:r>
          </a:p>
          <a:p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26 tournament appearances</a:t>
            </a:r>
          </a:p>
          <a:p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(most participations)</a:t>
            </a:r>
          </a:p>
          <a:p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111 matches played</a:t>
            </a:r>
          </a:p>
          <a:p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(most experience)</a:t>
            </a:r>
          </a:p>
          <a:p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2.018 points per game</a:t>
            </a:r>
          </a:p>
          <a:p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(highest efficiency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)</a:t>
            </a:r>
            <a:endParaRPr lang="en-ZA" sz="20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268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45E9C-8EC5-2180-63C4-BE5F37502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837444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Perfect Current Form</a:t>
            </a:r>
            <a:endParaRPr lang="en-ZA" sz="4000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E0F221-13FD-8439-8064-8C416F44F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45882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2652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5B386A-82D1-3D23-DFFC-D0D26830D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5534" y="246007"/>
            <a:ext cx="11597810" cy="870239"/>
          </a:xfrm>
        </p:spPr>
        <p:txBody>
          <a:bodyPr>
            <a:normAutofit/>
          </a:bodyPr>
          <a:lstStyle/>
          <a:p>
            <a:r>
              <a:rPr lang="en-US" sz="5400" b="1">
                <a:solidFill>
                  <a:schemeClr val="bg1"/>
                </a:solidFill>
              </a:rPr>
              <a:t>Key Insights</a:t>
            </a:r>
            <a:endParaRPr lang="en-ZA" sz="5400" b="1">
              <a:solidFill>
                <a:schemeClr val="bg1"/>
              </a:solidFill>
            </a:endParaRP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B18536-80D9-6D80-CBCD-53D726487C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66942"/>
              </p:ext>
            </p:extLst>
          </p:nvPr>
        </p:nvGraphicFramePr>
        <p:xfrm>
          <a:off x="-245534" y="1362253"/>
          <a:ext cx="12434486" cy="5495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491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00C9A9-7BE9-3D4A-39B9-0D2D53CC9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ZA" dirty="0">
                <a:solidFill>
                  <a:srgbClr val="FFFFFF"/>
                </a:solidFill>
              </a:rPr>
              <a:t>Underdogs to Watch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03957D-732F-D363-B47B-3E5E230BCC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66062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0746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19EE08D-3E06-44E7-F69C-3022B665F3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F7F34C-BA2C-DF8B-44B5-069484A4F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" y="0"/>
            <a:ext cx="11904156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highlight>
                  <a:srgbClr val="800000"/>
                </a:highlight>
              </a:rPr>
              <a:t>Methodology</a:t>
            </a:r>
            <a:endParaRPr lang="en-ZA" dirty="0">
              <a:solidFill>
                <a:srgbClr val="FFFFFF"/>
              </a:solidFill>
              <a:highlight>
                <a:srgbClr val="800000"/>
              </a:highlight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F9FA8B5E-D52D-DE81-1EF2-840456B2B3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1082389"/>
              </p:ext>
            </p:extLst>
          </p:nvPr>
        </p:nvGraphicFramePr>
        <p:xfrm>
          <a:off x="-1" y="1270000"/>
          <a:ext cx="12191979" cy="5587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84766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53BDD-98EB-1F41-5D68-36963AD35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ZA" sz="8000" b="1" dirty="0">
                <a:solidFill>
                  <a:schemeClr val="accent6"/>
                </a:solidFill>
              </a:rPr>
              <a:t>StrengthIndex Formula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3AE7700D-5AB8-0630-9E85-75E56E03DD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049652"/>
              </p:ext>
            </p:extLst>
          </p:nvPr>
        </p:nvGraphicFramePr>
        <p:xfrm>
          <a:off x="5108535" y="254000"/>
          <a:ext cx="7083462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6147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DCAA0-B9FC-3DFA-9DB6-B17C7E99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4" y="0"/>
            <a:ext cx="5291663" cy="660400"/>
          </a:xfrm>
        </p:spPr>
        <p:txBody>
          <a:bodyPr anchor="b">
            <a:normAutofit/>
          </a:bodyPr>
          <a:lstStyle/>
          <a:p>
            <a:r>
              <a:rPr lang="en-US" sz="4000"/>
              <a:t>Interest</a:t>
            </a:r>
            <a:endParaRPr lang="en-ZA" sz="4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C1851C-9228-F31D-76FC-9C40D87FCC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553" r="6100" b="-1"/>
          <a:stretch>
            <a:fillRect/>
          </a:stretch>
        </p:blipFill>
        <p:spPr>
          <a:xfrm>
            <a:off x="2" y="1587"/>
            <a:ext cx="4961465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1DA58C-75E6-77B4-4B95-F6B16728D1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0745438"/>
              </p:ext>
            </p:extLst>
          </p:nvPr>
        </p:nvGraphicFramePr>
        <p:xfrm>
          <a:off x="5080001" y="186267"/>
          <a:ext cx="7111998" cy="6671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9333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6" name="Rectangle 365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4" name="Rectangle 383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2" name="Rectangle 391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608F0E-A8F7-281A-884F-69720B78A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r>
              <a:rPr lang="en-US" sz="4800" b="1" dirty="0"/>
              <a:t>Conclusion</a:t>
            </a:r>
            <a:endParaRPr lang="en-ZA" sz="4800" b="1" dirty="0"/>
          </a:p>
        </p:txBody>
      </p:sp>
      <p:graphicFrame>
        <p:nvGraphicFramePr>
          <p:cNvPr id="362" name="Content Placeholder 2">
            <a:extLst>
              <a:ext uri="{FF2B5EF4-FFF2-40B4-BE49-F238E27FC236}">
                <a16:creationId xmlns:a16="http://schemas.microsoft.com/office/drawing/2014/main" id="{B604C596-F56E-94B3-3ECE-4C88B3820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9821677"/>
              </p:ext>
            </p:extLst>
          </p:nvPr>
        </p:nvGraphicFramePr>
        <p:xfrm>
          <a:off x="4915946" y="5962"/>
          <a:ext cx="7221189" cy="6987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8746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4F98E-0C05-0587-BF17-6E39D0E3C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97468"/>
          </a:xfrm>
        </p:spPr>
        <p:txBody>
          <a:bodyPr/>
          <a:lstStyle/>
          <a:p>
            <a:r>
              <a:rPr lang="en-ZA" dirty="0">
                <a:solidFill>
                  <a:srgbClr val="FFC000"/>
                </a:solidFill>
                <a:highlight>
                  <a:srgbClr val="800000"/>
                </a:highlight>
              </a:rPr>
              <a:t>Project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E8301-E660-374C-23F0-0DFBC941C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33" y="897468"/>
            <a:ext cx="12073467" cy="6316132"/>
          </a:xfrm>
        </p:spPr>
        <p:txBody>
          <a:bodyPr>
            <a:normAutofit/>
          </a:bodyPr>
          <a:lstStyle/>
          <a:p>
            <a:r>
              <a:rPr lang="en-ZA" dirty="0"/>
              <a:t>✅ Complete Python codebase (450+ lines) </a:t>
            </a:r>
          </a:p>
          <a:p>
            <a:r>
              <a:rPr lang="en-ZA" dirty="0"/>
              <a:t> ✅ Historical dataset (24 teams × 22 features)  </a:t>
            </a:r>
          </a:p>
          <a:p>
            <a:r>
              <a:rPr lang="en-ZA" dirty="0"/>
              <a:t>✅ Monte Carlo simulation engine </a:t>
            </a:r>
          </a:p>
          <a:p>
            <a:r>
              <a:rPr lang="en-ZA" dirty="0"/>
              <a:t> ✅ Professional visualizations  </a:t>
            </a:r>
          </a:p>
          <a:p>
            <a:r>
              <a:rPr lang="en-ZA" dirty="0"/>
              <a:t>✅ Comprehensive technical documentation  </a:t>
            </a:r>
          </a:p>
          <a:p>
            <a:r>
              <a:rPr lang="en-ZA" dirty="0"/>
              <a:t>✅ GitHub-ready repository structure  </a:t>
            </a:r>
          </a:p>
          <a:p>
            <a:r>
              <a:rPr lang="en-ZA" dirty="0"/>
              <a:t>✅ LinkedIn publishing templates  **Status:** Ready for portfolio/publication </a:t>
            </a:r>
          </a:p>
          <a:p>
            <a:r>
              <a:rPr lang="en-ZA" dirty="0"/>
              <a:t>✅*Connect: LinkedIn: [Dr. Victor Prefa]</a:t>
            </a:r>
          </a:p>
          <a:p>
            <a:r>
              <a:rPr lang="en-ZA" dirty="0"/>
              <a:t>GitHub: [https://github.com/23396784/-Project-AFCON-2025-Winner-Prediction.com/victor-prefa/afcon-2025-prediction]</a:t>
            </a:r>
          </a:p>
          <a:p>
            <a:r>
              <a:rPr lang="en-ZA" dirty="0"/>
              <a:t>Email: vprefa@gmail.com.com</a:t>
            </a:r>
          </a:p>
        </p:txBody>
      </p:sp>
    </p:spTree>
    <p:extLst>
      <p:ext uri="{BB962C8B-B14F-4D97-AF65-F5344CB8AC3E}">
        <p14:creationId xmlns:p14="http://schemas.microsoft.com/office/powerpoint/2010/main" val="1182267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767</Words>
  <Application>Microsoft Office PowerPoint</Application>
  <PresentationFormat>Widescreen</PresentationFormat>
  <Paragraphs>126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AFCON 2025 Winner Prediction: Technical Analysis Report </vt:lpstr>
      <vt:lpstr>PowerPoint Presentation</vt:lpstr>
      <vt:lpstr>  PREDICTED WINNER: EGYPT (19.3% probability) Top 10 Predictions </vt:lpstr>
      <vt:lpstr>PowerPoint Presentation</vt:lpstr>
      <vt:lpstr>PowerPoint Presentation</vt:lpstr>
      <vt:lpstr> Why Egypt? 🥇 </vt:lpstr>
      <vt:lpstr>Perfect Current Form</vt:lpstr>
      <vt:lpstr>Key Insights</vt:lpstr>
      <vt:lpstr>Underdogs to Watch</vt:lpstr>
      <vt:lpstr>Methodology</vt:lpstr>
      <vt:lpstr>StrengthIndex Formula</vt:lpstr>
      <vt:lpstr>Interest</vt:lpstr>
      <vt:lpstr>Conclusion</vt:lpstr>
      <vt:lpstr>Project 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Prefa</dc:creator>
  <cp:lastModifiedBy>Victor Prefa</cp:lastModifiedBy>
  <cp:revision>1</cp:revision>
  <dcterms:created xsi:type="dcterms:W3CDTF">2025-12-27T12:04:59Z</dcterms:created>
  <dcterms:modified xsi:type="dcterms:W3CDTF">2025-12-27T18:48:20Z</dcterms:modified>
</cp:coreProperties>
</file>